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custom.xml" ContentType="application/vnd.openxmlformats-officedocument.custom-properties+xml"/>
  <Override PartName="/docProps/core.xml" ContentType="application/vnd.openxmlformats-package.core-properties+xml"/>
  <Override PartName="/docProps/app.xml" ContentType="application/vnd.openxmlformats-officedocument.extended-properties+xml"/>
  <Override PartName="/ppt/theme/theme1.xml" ContentType="application/vnd.openxmlformats-officedocument.theme+xml"/>
  <Override PartName="/ppt/theme/theme12.xml" ContentType="application/vnd.openxmlformats-officedocument.theme+xml"/>
  <Override PartName="/ppt/presentation.xml" ContentType="application/vnd.openxmlformats-officedocument.presentationml.presentation.main+xml"/>
  <Override PartName="/ppt/slides/slide18.xml" ContentType="application/vnd.openxmlformats-officedocument.presentationml.slide+xml"/>
  <Override PartName="/ppt/slides/slide1.xml" ContentType="application/vnd.openxmlformats-officedocument.presentationml.slide+xml"/>
  <Override PartName="/ppt/slides/slide20.xml" ContentType="application/vnd.openxmlformats-officedocument.presentationml.slide+xml"/>
  <Override PartName="/ppt/slides/slide2.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22.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11.xml" ContentType="application/vnd.openxmlformats-officedocument.presentationml.slide+xml"/>
  <Override PartName="/ppt/slides/slide8.xml" ContentType="application/vnd.openxmlformats-officedocument.presentationml.slide+xml"/>
  <Override PartName="/ppt/slides/slide10.xml" ContentType="application/vnd.openxmlformats-officedocument.presentationml.slide+xml"/>
  <Override PartName="/ppt/slides/slide9.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9.xml" ContentType="application/vnd.openxmlformats-officedocument.presentationml.slide+xml"/>
  <Override PartName="/ppt/embeddings/oleObject1.docx" ContentType="application/vnd.openxmlformats-officedocument.wordprocessingml.document"/>
  <Override PartName="/ppt/media/image3.emf" ContentType="image/x-emf"/>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notesSlides/notesSlide15.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presProps.xml" ContentType="application/vnd.openxmlformats-officedocument.presentationml.presProps+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Lst>
  <p:notesMasterIdLst>
    <p:notesMasterId r:id="rId3"/>
  </p:notesMasterIdLst>
  <p:sldIdLst>
    <p:sldId id="256" r:id="rId4"/>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 id="275" r:id="rId23"/>
    <p:sldId id="276" r:id="rId24"/>
    <p:sldId id="277" r:id="rId25"/>
  </p:sldIdLst>
  <p:sldSz cx="12192000" cy="6858000"/>
  <p:notesSz cx="7559675" cy="10691813"/>
</p:presentation>
</file>

<file path=ppt/presProps.xml><?xml version="1.0" encoding="utf-8"?>
<p:presentationPr xmlns:a="http://schemas.openxmlformats.org/drawingml/2006/main" xmlns:p="http://schemas.openxmlformats.org/presentationml/2006/main" xmlns:r="http://schemas.openxmlformats.org/officeDocument/2006/relationships">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notesMaster" Target="notesMasters/notesMaster1.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slide" Target="slides/slide13.xml"/><Relationship Id="rId17" Type="http://schemas.openxmlformats.org/officeDocument/2006/relationships/slide" Target="slides/slide14.xml"/><Relationship Id="rId18" Type="http://schemas.openxmlformats.org/officeDocument/2006/relationships/slide" Target="slides/slide15.xml"/><Relationship Id="rId19" Type="http://schemas.openxmlformats.org/officeDocument/2006/relationships/slide" Target="slides/slide16.xml"/><Relationship Id="rId20" Type="http://schemas.openxmlformats.org/officeDocument/2006/relationships/slide" Target="slides/slide17.xml"/><Relationship Id="rId21" Type="http://schemas.openxmlformats.org/officeDocument/2006/relationships/slide" Target="slides/slide18.xml"/><Relationship Id="rId22" Type="http://schemas.openxmlformats.org/officeDocument/2006/relationships/slide" Target="slides/slide19.xml"/><Relationship Id="rId23" Type="http://schemas.openxmlformats.org/officeDocument/2006/relationships/slide" Target="slides/slide20.xml"/><Relationship Id="rId24" Type="http://schemas.openxmlformats.org/officeDocument/2006/relationships/slide" Target="slides/slide21.xml"/><Relationship Id="rId25" Type="http://schemas.openxmlformats.org/officeDocument/2006/relationships/slide" Target="slides/slide22.xml"/><Relationship Id="rId26" Type="http://schemas.openxmlformats.org/officeDocument/2006/relationships/presProps" Target="presProps.xml"/>
</Relationships>
</file>

<file path=ppt/notesMasters/_rels/notesMaster1.xml.rels><?xml version="1.0" encoding="UTF-8"?>
<Relationships xmlns="http://schemas.openxmlformats.org/package/2006/relationships"><Relationship Id="rId1" Type="http://schemas.openxmlformats.org/officeDocument/2006/relationships/theme" Target="../theme/theme12.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2" name="PlaceHolder 1"/>
          <p:cNvSpPr>
            <a:spLocks noGrp="1"/>
          </p:cNvSpPr>
          <p:nvPr>
            <p:ph type="sldImg"/>
          </p:nvPr>
        </p:nvSpPr>
        <p:spPr>
          <a:xfrm>
            <a:off x="0" y="812520"/>
            <a:ext cx="0" cy="0"/>
          </a:xfrm>
          <a:prstGeom prst="rect">
            <a:avLst/>
          </a:prstGeom>
          <a:noFill/>
          <a:ln w="0">
            <a:noFill/>
          </a:ln>
        </p:spPr>
        <p:txBody>
          <a:bodyPr lIns="0" tIns="0" rIns="0" bIns="0" anchor="ctr">
            <a:noAutofit/>
          </a:bodyPr>
          <a:p>
            <a:pPr defTabSz="914400">
              <a:lnSpc>
                <a:spcPct val="90000"/>
              </a:lnSpc>
              <a:tabLst>
                <a:tab pos="0" algn="l"/>
              </a:tabLst>
            </a:pPr>
            <a:r>
              <a:rPr lang="fr-FR" sz="4400" b="0" u="none" strike="noStrike">
                <a:solidFill>
                  <a:schemeClr val="dk1"/>
                </a:solidFill>
                <a:effectLst/>
                <a:uFillTx/>
                <a:latin typeface="Avenir Next LT Pro"/>
              </a:rPr>
              <a:t>Cliquez pour déplacer la diapo</a:t>
            </a:r>
            <a:endParaRPr lang="fr-FR" sz="4400" b="0" u="none" strike="noStrike">
              <a:solidFill>
                <a:schemeClr val="dk1"/>
              </a:solidFill>
              <a:effectLst/>
              <a:uFillTx/>
              <a:latin typeface="Avenir Next LT Pro"/>
            </a:endParaRPr>
          </a:p>
        </p:txBody>
      </p:sp>
      <p:sp>
        <p:nvSpPr>
          <p:cNvPr id="53" name="PlaceHolder 2"/>
          <p:cNvSpPr>
            <a:spLocks noGrp="1"/>
          </p:cNvSpPr>
          <p:nvPr>
            <p:ph type="body"/>
          </p:nvPr>
        </p:nvSpPr>
        <p:spPr>
          <a:xfrm>
            <a:off x="756000" y="5078520"/>
            <a:ext cx="6047640" cy="4811040"/>
          </a:xfrm>
          <a:prstGeom prst="rect">
            <a:avLst/>
          </a:prstGeom>
          <a:noFill/>
          <a:ln w="0">
            <a:noFill/>
          </a:ln>
        </p:spPr>
        <p:txBody>
          <a:bodyPr lIns="0" tIns="0" rIns="0" bIns="0" anchor="t">
            <a:noAutofit/>
          </a:bodyPr>
          <a:p>
            <a:pPr indent="0" algn="l">
              <a:buNone/>
            </a:pPr>
            <a:r>
              <a:rPr lang="fr-FR" sz="2000" b="0" u="none" strike="noStrike">
                <a:solidFill>
                  <a:srgbClr val="000000"/>
                </a:solidFill>
                <a:effectLst/>
                <a:uFillTx/>
                <a:latin typeface="Arial"/>
              </a:rPr>
              <a:t>Cliquez pour modifier le format des notes</a:t>
            </a:r>
            <a:endParaRPr lang="fr-FR" sz="2000" b="0" u="none" strike="noStrike">
              <a:solidFill>
                <a:srgbClr val="000000"/>
              </a:solidFill>
              <a:effectLst/>
              <a:uFillTx/>
              <a:latin typeface="Arial"/>
            </a:endParaRPr>
          </a:p>
        </p:txBody>
      </p:sp>
      <p:sp>
        <p:nvSpPr>
          <p:cNvPr id="54" name="PlaceHolder 3"/>
          <p:cNvSpPr>
            <a:spLocks noGrp="1"/>
          </p:cNvSpPr>
          <p:nvPr>
            <p:ph type="hdr"/>
          </p:nvPr>
        </p:nvSpPr>
        <p:spPr>
          <a:xfrm>
            <a:off x="0" y="0"/>
            <a:ext cx="3280680" cy="534240"/>
          </a:xfrm>
          <a:prstGeom prst="rect">
            <a:avLst/>
          </a:prstGeom>
          <a:noFill/>
          <a:ln w="0">
            <a:noFill/>
          </a:ln>
        </p:spPr>
        <p:txBody>
          <a:bodyPr lIns="0" tIns="0" rIns="0" bIns="0" anchor="t">
            <a:noAutofit/>
          </a:bodyPr>
          <a:p>
            <a:pPr indent="0" algn="l">
              <a:buNone/>
            </a:pPr>
            <a:r>
              <a:rPr lang="fr-FR" sz="1400" b="0" u="none" strike="noStrike">
                <a:solidFill>
                  <a:srgbClr val="000000"/>
                </a:solidFill>
                <a:effectLst/>
                <a:uFillTx/>
                <a:latin typeface="Times New Roman"/>
              </a:rPr>
              <a:t>&lt;en-tête&gt;</a:t>
            </a:r>
            <a:endParaRPr lang="fr-FR" sz="1400" b="0" u="none" strike="noStrike">
              <a:solidFill>
                <a:srgbClr val="000000"/>
              </a:solidFill>
              <a:effectLst/>
              <a:uFillTx/>
              <a:latin typeface="Times New Roman"/>
            </a:endParaRPr>
          </a:p>
        </p:txBody>
      </p:sp>
      <p:sp>
        <p:nvSpPr>
          <p:cNvPr id="55" name="PlaceHolder 4"/>
          <p:cNvSpPr>
            <a:spLocks noGrp="1"/>
          </p:cNvSpPr>
          <p:nvPr>
            <p:ph type="dt" idx="28"/>
          </p:nvPr>
        </p:nvSpPr>
        <p:spPr>
          <a:xfrm>
            <a:off x="4278960" y="0"/>
            <a:ext cx="3280680" cy="534240"/>
          </a:xfrm>
          <a:prstGeom prst="rect">
            <a:avLst/>
          </a:prstGeom>
          <a:noFill/>
          <a:ln w="0">
            <a:noFill/>
          </a:ln>
        </p:spPr>
        <p:txBody>
          <a:bodyPr lIns="0" tIns="0" rIns="0" bIns="0" anchor="t">
            <a:noAutofit/>
          </a:bodyPr>
          <a:lstStyle>
            <a:lvl1pPr indent="0" algn="r">
              <a:buNone/>
              <a:defRPr lang="fr-FR" sz="1400" b="0" u="none" strike="noStrike">
                <a:solidFill>
                  <a:srgbClr val="000000"/>
                </a:solidFill>
                <a:effectLst/>
                <a:uFillTx/>
                <a:latin typeface="Times New Roman"/>
              </a:defRPr>
            </a:lvl1pPr>
          </a:lstStyle>
          <a:p>
            <a:pPr indent="0" algn="r">
              <a:buNone/>
            </a:pPr>
            <a:r>
              <a:rPr lang="fr-FR" sz="1400" b="0" u="none" strike="noStrike">
                <a:solidFill>
                  <a:srgbClr val="000000"/>
                </a:solidFill>
                <a:effectLst/>
                <a:uFillTx/>
                <a:latin typeface="Times New Roman"/>
              </a:rPr>
              <a:t>&lt;date/heure&gt;</a:t>
            </a:r>
            <a:endParaRPr lang="fr-FR" sz="1400" b="0" u="none" strike="noStrike">
              <a:solidFill>
                <a:srgbClr val="000000"/>
              </a:solidFill>
              <a:effectLst/>
              <a:uFillTx/>
              <a:latin typeface="Times New Roman"/>
            </a:endParaRPr>
          </a:p>
        </p:txBody>
      </p:sp>
      <p:sp>
        <p:nvSpPr>
          <p:cNvPr id="56" name="PlaceHolder 5"/>
          <p:cNvSpPr>
            <a:spLocks noGrp="1"/>
          </p:cNvSpPr>
          <p:nvPr>
            <p:ph type="ftr" idx="29"/>
          </p:nvPr>
        </p:nvSpPr>
        <p:spPr>
          <a:xfrm>
            <a:off x="0" y="10157400"/>
            <a:ext cx="3280680" cy="534240"/>
          </a:xfrm>
          <a:prstGeom prst="rect">
            <a:avLst/>
          </a:prstGeom>
          <a:noFill/>
          <a:ln w="0">
            <a:noFill/>
          </a:ln>
        </p:spPr>
        <p:txBody>
          <a:bodyPr lIns="0" tIns="0" rIns="0" bIns="0" anchor="b">
            <a:noAutofit/>
          </a:bodyPr>
          <a:lstStyle>
            <a:lvl1pPr indent="0" algn="l">
              <a:buNone/>
              <a:defRPr lang="fr-FR" sz="1400" b="0" u="none" strike="noStrike">
                <a:solidFill>
                  <a:srgbClr val="000000"/>
                </a:solidFill>
                <a:effectLst/>
                <a:uFillTx/>
                <a:latin typeface="Times New Roman"/>
              </a:defRPr>
            </a:lvl1pPr>
          </a:lstStyle>
          <a:p>
            <a:pPr indent="0" algn="l">
              <a:buNone/>
            </a:pPr>
            <a:r>
              <a:rPr lang="fr-FR" sz="1400" b="0" u="none" strike="noStrike">
                <a:solidFill>
                  <a:srgbClr val="000000"/>
                </a:solidFill>
                <a:effectLst/>
                <a:uFillTx/>
                <a:latin typeface="Times New Roman"/>
              </a:rPr>
              <a:t>&lt;pied de page&gt;</a:t>
            </a:r>
            <a:endParaRPr lang="fr-FR" sz="1400" b="0" u="none" strike="noStrike">
              <a:solidFill>
                <a:srgbClr val="000000"/>
              </a:solidFill>
              <a:effectLst/>
              <a:uFillTx/>
              <a:latin typeface="Times New Roman"/>
            </a:endParaRPr>
          </a:p>
        </p:txBody>
      </p:sp>
      <p:sp>
        <p:nvSpPr>
          <p:cNvPr id="57" name="PlaceHolder 6"/>
          <p:cNvSpPr>
            <a:spLocks noGrp="1"/>
          </p:cNvSpPr>
          <p:nvPr>
            <p:ph type="sldNum" idx="30"/>
          </p:nvPr>
        </p:nvSpPr>
        <p:spPr>
          <a:xfrm>
            <a:off x="4278960" y="10157400"/>
            <a:ext cx="3280680" cy="534240"/>
          </a:xfrm>
          <a:prstGeom prst="rect">
            <a:avLst/>
          </a:prstGeom>
          <a:noFill/>
          <a:ln w="0">
            <a:noFill/>
          </a:ln>
        </p:spPr>
        <p:txBody>
          <a:bodyPr lIns="0" tIns="0" rIns="0" bIns="0" anchor="b">
            <a:noAutofit/>
          </a:bodyPr>
          <a:lstStyle>
            <a:lvl1pPr indent="0" algn="r">
              <a:buNone/>
              <a:defRPr lang="fr-FR" sz="1400" b="0" u="none" strike="noStrike">
                <a:solidFill>
                  <a:srgbClr val="000000"/>
                </a:solidFill>
                <a:effectLst/>
                <a:uFillTx/>
                <a:latin typeface="Times New Roman"/>
              </a:defRPr>
            </a:lvl1pPr>
          </a:lstStyle>
          <a:p>
            <a:pPr indent="0" algn="r">
              <a:buNone/>
            </a:pPr>
            <a:fld id="{98000D4C-8258-48B3-9687-4B4A3C9148A7}" type="slidenum">
              <a:rPr lang="fr-FR" sz="1400" b="0" u="none" strike="noStrike">
                <a:solidFill>
                  <a:srgbClr val="000000"/>
                </a:solidFill>
                <a:effectLst/>
                <a:uFillTx/>
                <a:latin typeface="Times New Roman"/>
              </a:rPr>
              <a:t>&lt;numéro&gt;</a:t>
            </a:fld>
            <a:endParaRPr lang="fr-FR" sz="1400" b="0" u="none" strike="noStrike">
              <a:solidFill>
                <a:srgbClr val="000000"/>
              </a:solidFill>
              <a:effectLst/>
              <a:uFillTx/>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
</Relationships>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
</Relationships>
</file>

<file path=ppt/notesSlides/_rels/notesSlide15.xml.rels><?xml version="1.0" encoding="UTF-8"?>
<Relationships xmlns="http://schemas.openxmlformats.org/package/2006/relationships"><Relationship Id="rId1" Type="http://schemas.openxmlformats.org/officeDocument/2006/relationships/slide" Target="../slides/slide15.xml"/><Relationship Id="rId2" Type="http://schemas.openxmlformats.org/officeDocument/2006/relationships/notesMaster" Target="../notesMasters/notesMaster1.xml"/>
</Relationships>
</file>

<file path=ppt/notesSlides/notesSlide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6" name="PlaceHolder 1"/>
          <p:cNvSpPr>
            <a:spLocks noGrp="1"/>
          </p:cNvSpPr>
          <p:nvPr>
            <p:ph type="sldImg"/>
          </p:nvPr>
        </p:nvSpPr>
        <p:spPr>
          <a:xfrm>
            <a:off x="685800" y="1143000"/>
            <a:ext cx="5485680" cy="3085560"/>
          </a:xfrm>
          <a:prstGeom prst="rect">
            <a:avLst/>
          </a:prstGeom>
          <a:ln w="0">
            <a:noFill/>
          </a:ln>
        </p:spPr>
      </p:sp>
      <p:sp>
        <p:nvSpPr>
          <p:cNvPr id="157"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marL="228600" indent="-228600" algn="l">
              <a:lnSpc>
                <a:spcPct val="100000"/>
              </a:lnSpc>
              <a:buClr>
                <a:srgbClr val="000000"/>
              </a:buClr>
              <a:buFont typeface="OpenSymbol"/>
              <a:buAutoNum type="arabicPeriod"/>
            </a:pPr>
            <a:r>
              <a:rPr lang="fr-MA" sz="2000" b="0" u="none" strike="noStrike">
                <a:solidFill>
                  <a:srgbClr val="000000"/>
                </a:solidFill>
                <a:effectLst/>
                <a:uFillTx/>
                <a:latin typeface="Arial"/>
              </a:rPr>
              <a:t>This means, in this course, you will not have a lot lectures. Rather, you will work a lot on personal projects. I’m starting with this point because I suspect that this is the point that will be most unusual, and perhaps frustrating to you; because you will have to learn a lot by yourself. Don’t expect a class where you just learn your lesson and apply it. A lot of your time will be devoted to solve problems on your own. </a:t>
            </a:r>
            <a:endParaRPr lang="fr-FR" sz="2000" b="0" u="none" strike="noStrike">
              <a:solidFill>
                <a:srgbClr val="000000"/>
              </a:solidFill>
              <a:effectLst/>
              <a:uFillTx/>
              <a:latin typeface="Arial"/>
            </a:endParaRPr>
          </a:p>
          <a:p>
            <a:pPr marL="228600" indent="-228600" algn="l">
              <a:lnSpc>
                <a:spcPct val="100000"/>
              </a:lnSpc>
              <a:buClr>
                <a:srgbClr val="000000"/>
              </a:buClr>
              <a:buFont typeface="OpenSymbol"/>
              <a:buAutoNum type="arabicPeriod"/>
            </a:pPr>
            <a:r>
              <a:rPr lang="fr-MA" sz="2000" b="0" u="none" strike="noStrike">
                <a:solidFill>
                  <a:srgbClr val="000000"/>
                </a:solidFill>
                <a:effectLst/>
                <a:uFillTx/>
                <a:latin typeface="Arial"/>
              </a:rPr>
              <a:t>This means that in this course you’ll get a lot of freedom to choose what you want to work on, what kind of data, and what techniques you want to use</a:t>
            </a:r>
            <a:endParaRPr lang="fr-FR" sz="2000" b="0" u="none" strike="noStrike">
              <a:solidFill>
                <a:srgbClr val="000000"/>
              </a:solidFill>
              <a:effectLst/>
              <a:uFillTx/>
              <a:latin typeface="Arial"/>
            </a:endParaRPr>
          </a:p>
          <a:p>
            <a:pPr marL="228600" indent="-228600" algn="l">
              <a:lnSpc>
                <a:spcPct val="100000"/>
              </a:lnSpc>
              <a:buClr>
                <a:srgbClr val="000000"/>
              </a:buClr>
              <a:buFont typeface="OpenSymbol"/>
              <a:buAutoNum type="arabicPeriod"/>
            </a:pPr>
            <a:r>
              <a:rPr lang="fr-MA" sz="2000" b="0" u="none" strike="noStrike">
                <a:solidFill>
                  <a:srgbClr val="000000"/>
                </a:solidFill>
                <a:effectLst/>
                <a:uFillTx/>
                <a:latin typeface="Arial"/>
              </a:rPr>
              <a:t>This one is very important. The ability to ask good, relevant and precise questions, and to communicate results effectively, is as important as writing a good program</a:t>
            </a:r>
            <a:endParaRPr lang="fr-FR" sz="2000" b="0" u="none" strike="noStrike">
              <a:solidFill>
                <a:srgbClr val="000000"/>
              </a:solidFill>
              <a:effectLst/>
              <a:uFillTx/>
              <a:latin typeface="Arial"/>
            </a:endParaRPr>
          </a:p>
          <a:p>
            <a:pPr marL="228600" indent="-228600" algn="l">
              <a:lnSpc>
                <a:spcPct val="100000"/>
              </a:lnSpc>
              <a:buClr>
                <a:srgbClr val="000000"/>
              </a:buClr>
              <a:buFont typeface="OpenSymbol"/>
              <a:buAutoNum type="arabicPeriod"/>
            </a:pPr>
            <a:r>
              <a:rPr lang="fr-MA" sz="2000" b="0" u="none" strike="noStrike">
                <a:solidFill>
                  <a:srgbClr val="000000"/>
                </a:solidFill>
                <a:effectLst/>
                <a:uFillTx/>
                <a:latin typeface="Arial"/>
              </a:rPr>
              <a:t>Related to ths point above, ultimately data analysis is a tool: the most complex tools are not necessarily the best; what matters is that the analysis we do helps us answer the question</a:t>
            </a:r>
            <a:endParaRPr lang="fr-FR" sz="2000" b="0" u="none" strike="noStrike">
              <a:solidFill>
                <a:srgbClr val="000000"/>
              </a:solidFill>
              <a:effectLst/>
              <a:uFillTx/>
              <a:latin typeface="Arial"/>
            </a:endParaRPr>
          </a:p>
        </p:txBody>
      </p:sp>
      <p:sp>
        <p:nvSpPr>
          <p:cNvPr id="158" name="PlaceHolder 3"/>
          <p:cNvSpPr>
            <a:spLocks noGrp="1"/>
          </p:cNvSpPr>
          <p:nvPr>
            <p:ph type="sldNum" idx="31"/>
          </p:nvPr>
        </p:nvSpPr>
        <p:spPr>
          <a:xfrm>
            <a:off x="3884760" y="8685360"/>
            <a:ext cx="2971080" cy="457920"/>
          </a:xfrm>
          <a:prstGeom prst="rect">
            <a:avLst/>
          </a:prstGeom>
          <a:noFill/>
          <a:ln w="0">
            <a:noFill/>
          </a:ln>
        </p:spPr>
        <p:txBody>
          <a:bodyPr lIns="91440" tIns="45720" rIns="91440" bIns="45720" anchor="b">
            <a:noAutofit/>
          </a:bodyPr>
          <a:lstStyle>
            <a:lvl1pPr indent="0" algn="r">
              <a:lnSpc>
                <a:spcPct val="100000"/>
              </a:lnSpc>
              <a:buNone/>
              <a:tabLst>
                <a:tab pos="0" algn="l"/>
              </a:tabLst>
              <a:defRPr lang="fr-MA" sz="1200" b="0" u="none" strike="noStrike">
                <a:solidFill>
                  <a:srgbClr val="000000"/>
                </a:solidFill>
                <a:effectLst/>
                <a:uFillTx/>
                <a:latin typeface="Times New Roman"/>
              </a:defRPr>
            </a:lvl1pPr>
          </a:lstStyle>
          <a:p>
            <a:pPr indent="0" algn="r">
              <a:lnSpc>
                <a:spcPct val="100000"/>
              </a:lnSpc>
              <a:buNone/>
              <a:tabLst>
                <a:tab pos="0" algn="l"/>
              </a:tabLst>
            </a:pPr>
            <a:fld id="{4E17FA25-369D-4F70-86CF-6CC9E5170E57}" type="slidenum">
              <a:rPr lang="fr-MA" sz="1200" b="0" u="none" strike="noStrike">
                <a:solidFill>
                  <a:srgbClr val="000000"/>
                </a:solidFill>
                <a:effectLst/>
                <a:uFillTx/>
                <a:latin typeface="Times New Roman"/>
              </a:rPr>
              <a:t>&lt;numéro&gt;</a:t>
            </a:fld>
            <a:endParaRPr lang="fr-FR" sz="1200" b="0" u="none" strike="noStrike">
              <a:solidFill>
                <a:srgbClr val="000000"/>
              </a:solidFill>
              <a:effectLst/>
              <a:uFillTx/>
              <a:latin typeface="Times New Roman"/>
            </a:endParaRPr>
          </a:p>
        </p:txBody>
      </p:sp>
    </p:spTree>
  </p:cSld>
</p:notes>
</file>

<file path=ppt/notesSlides/notesSlide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9" name="PlaceHolder 1"/>
          <p:cNvSpPr>
            <a:spLocks noGrp="1"/>
          </p:cNvSpPr>
          <p:nvPr>
            <p:ph type="sldImg"/>
          </p:nvPr>
        </p:nvSpPr>
        <p:spPr>
          <a:xfrm>
            <a:off x="685800" y="1143000"/>
            <a:ext cx="5485680" cy="3085560"/>
          </a:xfrm>
          <a:prstGeom prst="rect">
            <a:avLst/>
          </a:prstGeom>
          <a:ln w="0">
            <a:noFill/>
          </a:ln>
        </p:spPr>
      </p:sp>
      <p:sp>
        <p:nvSpPr>
          <p:cNvPr id="160"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defTabSz="914400">
              <a:lnSpc>
                <a:spcPct val="100000"/>
              </a:lnSpc>
              <a:buNone/>
              <a:tabLst>
                <a:tab pos="0" algn="l"/>
              </a:tabLst>
            </a:pPr>
            <a:endParaRPr lang="fr-FR" sz="2000" b="0" u="none" strike="noStrike">
              <a:solidFill>
                <a:srgbClr val="000000"/>
              </a:solidFill>
              <a:effectLst/>
              <a:uFillTx/>
              <a:latin typeface="Arial"/>
            </a:endParaRPr>
          </a:p>
          <a:p>
            <a:pPr indent="0" algn="l" defTabSz="914400">
              <a:lnSpc>
                <a:spcPct val="100000"/>
              </a:lnSpc>
              <a:buNone/>
              <a:tabLst>
                <a:tab pos="0" algn="l"/>
              </a:tabLst>
            </a:pPr>
            <a:r>
              <a:rPr lang="fr-MA" sz="2000" b="0" u="none" strike="noStrike">
                <a:solidFill>
                  <a:srgbClr val="000000"/>
                </a:solidFill>
                <a:effectLst/>
                <a:uFillTx/>
                <a:latin typeface="Arial"/>
              </a:rPr>
              <a:t>1. I want to stress this point, because you’ll do a lot of work in autonomy; and most importantly, you’ll do a lot of work on your own projects. There are three reasons for this. The first is that in my experience, working on a research project is the best way to learn, especially when it relates to programming. The second is a pragmatic </a:t>
            </a:r>
            <a:endParaRPr lang="fr-FR" sz="2000" b="0" u="none" strike="noStrike">
              <a:solidFill>
                <a:srgbClr val="000000"/>
              </a:solidFill>
              <a:effectLst/>
              <a:uFillTx/>
              <a:latin typeface="Arial"/>
            </a:endParaRPr>
          </a:p>
          <a:p>
            <a:pPr indent="0" algn="l" defTabSz="914400">
              <a:lnSpc>
                <a:spcPct val="100000"/>
              </a:lnSpc>
              <a:buNone/>
              <a:tabLst>
                <a:tab pos="0" algn="l"/>
              </a:tabLst>
            </a:pPr>
            <a:endParaRPr lang="fr-FR" sz="2000" b="0" u="none" strike="noStrike">
              <a:solidFill>
                <a:srgbClr val="000000"/>
              </a:solidFill>
              <a:effectLst/>
              <a:uFillTx/>
              <a:latin typeface="Arial"/>
            </a:endParaRPr>
          </a:p>
        </p:txBody>
      </p:sp>
      <p:sp>
        <p:nvSpPr>
          <p:cNvPr id="161" name="PlaceHolder 3"/>
          <p:cNvSpPr>
            <a:spLocks noGrp="1"/>
          </p:cNvSpPr>
          <p:nvPr>
            <p:ph type="sldNum" idx="32"/>
          </p:nvPr>
        </p:nvSpPr>
        <p:spPr>
          <a:xfrm>
            <a:off x="3884760" y="8685360"/>
            <a:ext cx="2971080" cy="457920"/>
          </a:xfrm>
          <a:prstGeom prst="rect">
            <a:avLst/>
          </a:prstGeom>
          <a:noFill/>
          <a:ln w="0">
            <a:noFill/>
          </a:ln>
        </p:spPr>
        <p:txBody>
          <a:bodyPr lIns="91440" tIns="45720" rIns="91440" bIns="45720" anchor="b">
            <a:noAutofit/>
          </a:bodyPr>
          <a:lstStyle>
            <a:lvl1pPr indent="0" algn="r">
              <a:lnSpc>
                <a:spcPct val="100000"/>
              </a:lnSpc>
              <a:buNone/>
              <a:tabLst>
                <a:tab pos="0" algn="l"/>
              </a:tabLst>
              <a:defRPr lang="fr-MA" sz="1200" b="0" u="none" strike="noStrike">
                <a:solidFill>
                  <a:srgbClr val="000000"/>
                </a:solidFill>
                <a:effectLst/>
                <a:uFillTx/>
                <a:latin typeface="Times New Roman"/>
              </a:defRPr>
            </a:lvl1pPr>
          </a:lstStyle>
          <a:p>
            <a:pPr indent="0" algn="r">
              <a:lnSpc>
                <a:spcPct val="100000"/>
              </a:lnSpc>
              <a:buNone/>
              <a:tabLst>
                <a:tab pos="0" algn="l"/>
              </a:tabLst>
            </a:pPr>
            <a:fld id="{F1D82967-0819-4441-9214-AAD1ECC79CA3}" type="slidenum">
              <a:rPr lang="fr-MA" sz="1200" b="0" u="none" strike="noStrike">
                <a:solidFill>
                  <a:srgbClr val="000000"/>
                </a:solidFill>
                <a:effectLst/>
                <a:uFillTx/>
                <a:latin typeface="Times New Roman"/>
              </a:rPr>
              <a:t>&lt;numéro&gt;</a:t>
            </a:fld>
            <a:endParaRPr lang="fr-FR" sz="1200" b="0" u="none" strike="noStrike">
              <a:solidFill>
                <a:srgbClr val="000000"/>
              </a:solidFill>
              <a:effectLst/>
              <a:uFillTx/>
              <a:latin typeface="Times New Roman"/>
            </a:endParaRPr>
          </a:p>
        </p:txBody>
      </p:sp>
    </p:spTree>
  </p:cSld>
</p:notes>
</file>

<file path=ppt/notesSlides/notesSlide1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2" name="PlaceHolder 1"/>
          <p:cNvSpPr>
            <a:spLocks noGrp="1"/>
          </p:cNvSpPr>
          <p:nvPr>
            <p:ph type="sldImg"/>
          </p:nvPr>
        </p:nvSpPr>
        <p:spPr>
          <a:xfrm>
            <a:off x="685800" y="1143000"/>
            <a:ext cx="5485680" cy="3085560"/>
          </a:xfrm>
          <a:prstGeom prst="rect">
            <a:avLst/>
          </a:prstGeom>
          <a:ln w="0">
            <a:noFill/>
          </a:ln>
        </p:spPr>
      </p:sp>
      <p:sp>
        <p:nvSpPr>
          <p:cNvPr id="163"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lnSpc>
                <a:spcPct val="100000"/>
              </a:lnSpc>
              <a:buNone/>
              <a:tabLst>
                <a:tab pos="0" algn="l"/>
              </a:tabLst>
            </a:pPr>
            <a:r>
              <a:rPr lang="fr-MA" sz="2000" b="0" u="none" strike="noStrike">
                <a:solidFill>
                  <a:srgbClr val="000000"/>
                </a:solidFill>
                <a:effectLst/>
                <a:uFillTx/>
                <a:latin typeface="Arial"/>
              </a:rPr>
              <a:t>For every single problem, you can have multiple ways to solve it. Worse than this, very intelligent people will disagree on which one is the best. Also, every dataset and every research question is different. I can only teach you some general rules, but you always need to keep a critical mind</a:t>
            </a:r>
            <a:endParaRPr lang="fr-FR" sz="2000" b="0" u="none" strike="noStrike">
              <a:solidFill>
                <a:srgbClr val="000000"/>
              </a:solidFill>
              <a:effectLst/>
              <a:uFillTx/>
              <a:latin typeface="Arial"/>
            </a:endParaRPr>
          </a:p>
        </p:txBody>
      </p:sp>
      <p:sp>
        <p:nvSpPr>
          <p:cNvPr id="164" name="PlaceHolder 3"/>
          <p:cNvSpPr>
            <a:spLocks noGrp="1"/>
          </p:cNvSpPr>
          <p:nvPr>
            <p:ph type="sldNum" idx="33"/>
          </p:nvPr>
        </p:nvSpPr>
        <p:spPr>
          <a:xfrm>
            <a:off x="3884760" y="8685360"/>
            <a:ext cx="2971080" cy="457920"/>
          </a:xfrm>
          <a:prstGeom prst="rect">
            <a:avLst/>
          </a:prstGeom>
          <a:noFill/>
          <a:ln w="0">
            <a:noFill/>
          </a:ln>
        </p:spPr>
        <p:txBody>
          <a:bodyPr lIns="91440" tIns="45720" rIns="91440" bIns="45720" anchor="b">
            <a:noAutofit/>
          </a:bodyPr>
          <a:lstStyle>
            <a:lvl1pPr indent="0" algn="r">
              <a:lnSpc>
                <a:spcPct val="100000"/>
              </a:lnSpc>
              <a:buNone/>
              <a:tabLst>
                <a:tab pos="0" algn="l"/>
              </a:tabLst>
              <a:defRPr lang="fr-MA" sz="1200" b="0" u="none" strike="noStrike">
                <a:solidFill>
                  <a:srgbClr val="000000"/>
                </a:solidFill>
                <a:effectLst/>
                <a:uFillTx/>
                <a:latin typeface="Times New Roman"/>
              </a:defRPr>
            </a:lvl1pPr>
          </a:lstStyle>
          <a:p>
            <a:pPr indent="0" algn="r">
              <a:lnSpc>
                <a:spcPct val="100000"/>
              </a:lnSpc>
              <a:buNone/>
              <a:tabLst>
                <a:tab pos="0" algn="l"/>
              </a:tabLst>
            </a:pPr>
            <a:fld id="{C870E9A1-613E-4EEB-A448-8F1093E1EE5D}" type="slidenum">
              <a:rPr lang="fr-MA" sz="1200" b="0" u="none" strike="noStrike">
                <a:solidFill>
                  <a:srgbClr val="000000"/>
                </a:solidFill>
                <a:effectLst/>
                <a:uFillTx/>
                <a:latin typeface="Times New Roman"/>
              </a:rPr>
              <a:t>&lt;numéro&gt;</a:t>
            </a:fld>
            <a:endParaRPr lang="fr-FR" sz="1200" b="0" u="none" strike="noStrike">
              <a:solidFill>
                <a:srgbClr val="000000"/>
              </a:solidFill>
              <a:effectLst/>
              <a:uFillTx/>
              <a:latin typeface="Times New Roman"/>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Vide">
    <p:bg>
      <p:bgPr>
        <a:solidFill>
          <a:srgbClr val="FFFFFF"/>
        </a:solidFill>
      </p:bgPr>
    </p:bg>
    <p:spTree>
      <p:nvGrpSpPr>
        <p:cNvPr id="1" name=""/>
        <p:cNvGrpSpPr/>
        <p:nvPr/>
      </p:nvGrpSpPr>
      <p:grpSpPr>
        <a:xfrm>
          <a:off x="0" y="0"/>
          <a:ext cx="0" cy="0"/>
          <a:chOff x="0" y="0"/>
          <a:chExt cx="0" cy="0"/>
        </a:xfrm>
      </p:grpSpPr>
      <p:sp>
        <p:nvSpPr>
          <p:cNvPr id="2" name="PlaceHolder 1"/>
          <p:cNvSpPr>
            <a:spLocks noGrp="1"/>
          </p:cNvSpPr>
          <p:nvPr>
            <p:ph type="dt" idx="1"/>
          </p:nvPr>
        </p:nvSpPr>
        <p:spPr>
          <a:xfrm>
            <a:off x="838080" y="6356520"/>
            <a:ext cx="2742480" cy="364320"/>
          </a:xfrm>
          <a:prstGeom prst="rect">
            <a:avLst/>
          </a:prstGeom>
          <a:noFill/>
          <a:ln w="0">
            <a:noFill/>
          </a:ln>
        </p:spPr>
        <p:txBody>
          <a:bodyPr lIns="91440" tIns="45720" rIns="91440" bIns="45720" anchor="ctr">
            <a:noAutofit/>
          </a:bodyPr>
          <a:lstStyle>
            <a:lvl1pPr indent="0" algn="l" defTabSz="914400">
              <a:lnSpc>
                <a:spcPct val="100000"/>
              </a:lnSpc>
              <a:buNone/>
              <a:tabLst>
                <a:tab pos="0" algn="l"/>
              </a:tabLst>
              <a:defRPr lang="fr-MA" sz="1200" b="0" u="none" strike="noStrike">
                <a:solidFill>
                  <a:schemeClr val="dk1">
                    <a:tint val="75000"/>
                  </a:schemeClr>
                </a:solidFill>
                <a:effectLst/>
                <a:uFillTx/>
                <a:latin typeface="Avenir Next LT Pro"/>
              </a:defRPr>
            </a:lvl1pPr>
          </a:lstStyle>
          <a:p>
            <a:pPr indent="0" algn="l" defTabSz="914400">
              <a:lnSpc>
                <a:spcPct val="100000"/>
              </a:lnSpc>
              <a:buNone/>
              <a:tabLst>
                <a:tab pos="0" algn="l"/>
              </a:tabLst>
            </a:pPr>
            <a:r>
              <a:rPr lang="fr-MA" sz="1200" b="0" u="none" strike="noStrike">
                <a:solidFill>
                  <a:schemeClr val="dk1">
                    <a:tint val="75000"/>
                  </a:schemeClr>
                </a:solidFill>
                <a:effectLst/>
                <a:uFillTx/>
                <a:latin typeface="Avenir Next LT Pro"/>
              </a:rPr>
              <a:t>&lt;date/heure&gt;</a:t>
            </a:r>
            <a:endParaRPr lang="fr-FR" sz="1200" b="0" u="none" strike="noStrike">
              <a:solidFill>
                <a:srgbClr val="000000"/>
              </a:solidFill>
              <a:effectLst/>
              <a:uFillTx/>
              <a:latin typeface="Times New Roman"/>
            </a:endParaRPr>
          </a:p>
        </p:txBody>
      </p:sp>
      <p:sp>
        <p:nvSpPr>
          <p:cNvPr id="3" name="PlaceHolder 2"/>
          <p:cNvSpPr>
            <a:spLocks noGrp="1"/>
          </p:cNvSpPr>
          <p:nvPr>
            <p:ph type="ftr" idx="2"/>
          </p:nvPr>
        </p:nvSpPr>
        <p:spPr>
          <a:xfrm>
            <a:off x="4038480" y="6356520"/>
            <a:ext cx="4114080" cy="36432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fr-FR" sz="1400" b="0" u="none" strike="noStrike">
                <a:solidFill>
                  <a:srgbClr val="000000"/>
                </a:solidFill>
                <a:effectLst/>
                <a:uFillTx/>
                <a:latin typeface="Times New Roman"/>
              </a:defRPr>
            </a:lvl1pPr>
          </a:lstStyle>
          <a:p>
            <a:pPr indent="0" algn="ctr">
              <a:lnSpc>
                <a:spcPct val="100000"/>
              </a:lnSpc>
              <a:buNone/>
              <a:tabLst>
                <a:tab pos="0" algn="l"/>
              </a:tabLst>
            </a:pPr>
            <a:r>
              <a:rPr lang="fr-FR" sz="1400" b="0" u="none" strike="noStrike">
                <a:solidFill>
                  <a:srgbClr val="000000"/>
                </a:solidFill>
                <a:effectLst/>
                <a:uFillTx/>
                <a:latin typeface="Times New Roman"/>
              </a:rPr>
              <a:t>&lt;pied de page&gt;</a:t>
            </a:r>
            <a:endParaRPr lang="fr-FR" sz="1400" b="0" u="none" strike="noStrike">
              <a:solidFill>
                <a:srgbClr val="000000"/>
              </a:solidFill>
              <a:effectLst/>
              <a:uFillTx/>
              <a:latin typeface="Times New Roman"/>
            </a:endParaRPr>
          </a:p>
        </p:txBody>
      </p:sp>
      <p:sp>
        <p:nvSpPr>
          <p:cNvPr id="4" name="PlaceHolder 3"/>
          <p:cNvSpPr>
            <a:spLocks noGrp="1"/>
          </p:cNvSpPr>
          <p:nvPr>
            <p:ph type="sldNum" idx="3"/>
          </p:nvPr>
        </p:nvSpPr>
        <p:spPr>
          <a:xfrm>
            <a:off x="8610480" y="6356520"/>
            <a:ext cx="2742480" cy="36432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fr-MA" sz="1200" b="0" u="none" strike="noStrike">
                <a:solidFill>
                  <a:schemeClr val="dk1">
                    <a:tint val="75000"/>
                  </a:schemeClr>
                </a:solidFill>
                <a:effectLst/>
                <a:uFillTx/>
                <a:latin typeface="Avenir Next LT Pro"/>
              </a:defRPr>
            </a:lvl1pPr>
          </a:lstStyle>
          <a:p>
            <a:pPr indent="0" algn="r" defTabSz="914400">
              <a:lnSpc>
                <a:spcPct val="100000"/>
              </a:lnSpc>
              <a:buNone/>
              <a:tabLst>
                <a:tab pos="0" algn="l"/>
              </a:tabLst>
            </a:pPr>
            <a:fld id="{AE4A0156-C7E9-49FA-BADD-C06D8E0AB41A}" type="slidenum">
              <a:rPr lang="fr-MA" sz="1200" b="0" u="none" strike="noStrike">
                <a:solidFill>
                  <a:schemeClr val="dk1">
                    <a:tint val="75000"/>
                  </a:schemeClr>
                </a:solidFill>
                <a:effectLst/>
                <a:uFillTx/>
                <a:latin typeface="Avenir Next LT Pro"/>
              </a:rPr>
              <a:t>&lt;numéro&gt;</a:t>
            </a:fld>
            <a:endParaRPr lang="fr-FR" sz="1200" b="0" u="none" strike="noStrike">
              <a:solidFill>
                <a:srgbClr val="000000"/>
              </a:solidFill>
              <a:effectLst/>
              <a:uFillTx/>
              <a:latin typeface="Times New Roman"/>
            </a:endParaRP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ontenu avec légende">
    <p:bg>
      <p:bgPr>
        <a:solidFill>
          <a:srgbClr val="FFFFFF"/>
        </a:solidFill>
      </p:bgPr>
    </p:bg>
    <p:spTree>
      <p:nvGrpSpPr>
        <p:cNvPr id="1" name=""/>
        <p:cNvGrpSpPr/>
        <p:nvPr/>
      </p:nvGrpSpPr>
      <p:grpSpPr>
        <a:xfrm>
          <a:off x="0" y="0"/>
          <a:ext cx="0" cy="0"/>
          <a:chOff x="0" y="0"/>
          <a:chExt cx="0" cy="0"/>
        </a:xfrm>
      </p:grpSpPr>
      <p:sp>
        <p:nvSpPr>
          <p:cNvPr id="5" name="PlaceHolder 1"/>
          <p:cNvSpPr>
            <a:spLocks noGrp="1"/>
          </p:cNvSpPr>
          <p:nvPr>
            <p:ph type="title"/>
          </p:nvPr>
        </p:nvSpPr>
        <p:spPr>
          <a:xfrm>
            <a:off x="839880" y="457200"/>
            <a:ext cx="3931560" cy="1599480"/>
          </a:xfrm>
          <a:prstGeom prst="rect">
            <a:avLst/>
          </a:prstGeom>
          <a:noFill/>
          <a:ln w="0">
            <a:noFill/>
          </a:ln>
        </p:spPr>
        <p:txBody>
          <a:bodyPr lIns="91440" tIns="45720" rIns="91440" bIns="45720" anchor="b">
            <a:noAutofit/>
          </a:bodyPr>
          <a:lstStyle>
            <a:lvl1pPr indent="0" algn="l" defTabSz="914400">
              <a:lnSpc>
                <a:spcPct val="90000"/>
              </a:lnSpc>
              <a:buNone/>
              <a:tabLst>
                <a:tab pos="0" algn="l"/>
              </a:tabLst>
              <a:defRPr lang="fr-FR" sz="3200" b="0" u="none" strike="noStrike">
                <a:solidFill>
                  <a:schemeClr val="dk1"/>
                </a:solidFill>
                <a:effectLst/>
                <a:uFillTx/>
                <a:latin typeface="Avenir Next LT Pro"/>
              </a:defRPr>
            </a:lvl1pPr>
          </a:lstStyle>
          <a:p>
            <a:pPr indent="0" algn="l" defTabSz="914400">
              <a:lnSpc>
                <a:spcPct val="90000"/>
              </a:lnSpc>
              <a:buNone/>
              <a:tabLst>
                <a:tab pos="0" algn="l"/>
              </a:tabLst>
            </a:pPr>
            <a:r>
              <a:rPr lang="fr-FR" sz="3200" b="0" u="none" strike="noStrike">
                <a:solidFill>
                  <a:schemeClr val="dk1"/>
                </a:solidFill>
                <a:effectLst/>
                <a:uFillTx/>
                <a:latin typeface="Avenir Next LT Pro"/>
              </a:rPr>
              <a:t>Modifiez le style du titre</a:t>
            </a:r>
            <a:endParaRPr lang="fr-FR" sz="3200" b="0" u="none" strike="noStrike">
              <a:solidFill>
                <a:schemeClr val="dk1"/>
              </a:solidFill>
              <a:effectLst/>
              <a:uFillTx/>
              <a:latin typeface="Avenir Next LT Pro"/>
            </a:endParaRPr>
          </a:p>
        </p:txBody>
      </p:sp>
      <p:sp>
        <p:nvSpPr>
          <p:cNvPr id="6" name="PlaceHolder 2"/>
          <p:cNvSpPr>
            <a:spLocks noGrp="1"/>
          </p:cNvSpPr>
          <p:nvPr>
            <p:ph type="body"/>
          </p:nvPr>
        </p:nvSpPr>
        <p:spPr>
          <a:xfrm>
            <a:off x="5183280" y="987480"/>
            <a:ext cx="6171480" cy="4872960"/>
          </a:xfrm>
          <a:prstGeom prst="rect">
            <a:avLst/>
          </a:prstGeom>
          <a:noFill/>
          <a:ln w="0">
            <a:noFill/>
          </a:ln>
        </p:spPr>
        <p:txBody>
          <a:bodyPr lIns="91440" tIns="45720" rIns="91440" bIns="45720" anchor="t">
            <a:noAutofit/>
          </a:bodyPr>
          <a:lstStyle>
            <a:lvl1pPr algn="l" defTabSz="914400">
              <a:lnSpc>
                <a:spcPct val="90000"/>
              </a:lnSpc>
              <a:spcBef>
                <a:spcPts val="1001"/>
              </a:spcBef>
              <a:buClr>
                <a:srgbClr val="000000"/>
              </a:buClr>
              <a:buFont typeface="Arial"/>
              <a:buChar char="•"/>
              <a:defRPr lang="fr-FR" sz="3200" b="0" u="none" strike="noStrike">
                <a:solidFill>
                  <a:schemeClr val="dk1"/>
                </a:solidFill>
                <a:effectLst/>
                <a:uFillTx/>
                <a:latin typeface="Avenir Next LT Pro"/>
              </a:defRPr>
            </a:lvl1pPr>
            <a:lvl2pPr lvl="1" algn="l" defTabSz="914400">
              <a:lnSpc>
                <a:spcPct val="90000"/>
              </a:lnSpc>
              <a:spcBef>
                <a:spcPts val="499"/>
              </a:spcBef>
              <a:buClr>
                <a:srgbClr val="000000"/>
              </a:buClr>
              <a:buFont typeface="Arial"/>
              <a:buChar char="•"/>
              <a:defRPr lang="fr-FR" sz="2800" b="0" u="none" strike="noStrike">
                <a:solidFill>
                  <a:schemeClr val="dk1"/>
                </a:solidFill>
                <a:effectLst/>
                <a:uFillTx/>
                <a:latin typeface="Avenir Next LT Pro"/>
              </a:defRPr>
            </a:lvl2pPr>
            <a:lvl3pPr lvl="2" algn="l" defTabSz="914400">
              <a:lnSpc>
                <a:spcPct val="90000"/>
              </a:lnSpc>
              <a:spcBef>
                <a:spcPts val="499"/>
              </a:spcBef>
              <a:buClr>
                <a:srgbClr val="000000"/>
              </a:buClr>
              <a:buFont typeface="Arial"/>
              <a:buChar char="•"/>
              <a:defRPr lang="fr-FR" sz="2400" b="0" u="none" strike="noStrike">
                <a:solidFill>
                  <a:schemeClr val="dk1"/>
                </a:solidFill>
                <a:effectLst/>
                <a:uFillTx/>
                <a:latin typeface="Avenir Next LT Pro"/>
              </a:defRPr>
            </a:lvl3pPr>
            <a:lvl4pPr lvl="3" algn="l" defTabSz="914400">
              <a:lnSpc>
                <a:spcPct val="90000"/>
              </a:lnSpc>
              <a:spcBef>
                <a:spcPts val="499"/>
              </a:spcBef>
              <a:buClr>
                <a:srgbClr val="000000"/>
              </a:buClr>
              <a:buFont typeface="Arial"/>
              <a:buChar char="•"/>
              <a:defRPr lang="fr-FR" sz="2000" b="0" u="none" strike="noStrike">
                <a:solidFill>
                  <a:schemeClr val="dk1"/>
                </a:solidFill>
                <a:effectLst/>
                <a:uFillTx/>
                <a:latin typeface="Avenir Next LT Pro"/>
              </a:defRPr>
            </a:lvl4pPr>
            <a:lvl5pPr lvl="4" algn="l" defTabSz="914400">
              <a:lnSpc>
                <a:spcPct val="90000"/>
              </a:lnSpc>
              <a:spcBef>
                <a:spcPts val="499"/>
              </a:spcBef>
              <a:buClr>
                <a:srgbClr val="000000"/>
              </a:buClr>
              <a:buFont typeface="Arial"/>
              <a:buChar char="•"/>
              <a:defRPr lang="fr-FR" sz="2000" b="0" u="none" strike="noStrike">
                <a:solidFill>
                  <a:schemeClr val="dk1"/>
                </a:solidFill>
                <a:effectLst/>
                <a:uFillTx/>
                <a:latin typeface="Avenir Next LT Pro"/>
              </a:defRPr>
            </a:lvl5pPr>
          </a:lstStyle>
          <a:p>
            <a:pPr marL="228600" indent="-228600" algn="l" defTabSz="914400">
              <a:lnSpc>
                <a:spcPct val="90000"/>
              </a:lnSpc>
              <a:spcBef>
                <a:spcPts val="1001"/>
              </a:spcBef>
              <a:buClr>
                <a:srgbClr val="000000"/>
              </a:buClr>
              <a:buFont typeface="Arial"/>
              <a:buChar char="•"/>
            </a:pPr>
            <a:r>
              <a:rPr lang="fr-FR" sz="3200" b="0" u="none" strike="noStrike">
                <a:solidFill>
                  <a:schemeClr val="dk1"/>
                </a:solidFill>
                <a:effectLst/>
                <a:uFillTx/>
                <a:latin typeface="Avenir Next LT Pro"/>
              </a:rPr>
              <a:t>Cliquez pour modifier les styles du texte du masque</a:t>
            </a:r>
            <a:endParaRPr lang="fr-FR" sz="3200" b="0" u="none" strike="noStrike">
              <a:solidFill>
                <a:schemeClr val="dk1"/>
              </a:solidFill>
              <a:effectLst/>
              <a:uFillTx/>
              <a:latin typeface="Avenir Next LT Pro"/>
            </a:endParaRPr>
          </a:p>
          <a:p>
            <a:pPr marL="685800" lvl="1" indent="-228600" algn="l" defTabSz="914400">
              <a:lnSpc>
                <a:spcPct val="90000"/>
              </a:lnSpc>
              <a:spcBef>
                <a:spcPts val="499"/>
              </a:spcBef>
              <a:buClr>
                <a:srgbClr val="000000"/>
              </a:buClr>
              <a:buFont typeface="Arial"/>
              <a:buChar char="•"/>
            </a:pPr>
            <a:r>
              <a:rPr lang="fr-FR" sz="2800" b="0" u="none" strike="noStrike">
                <a:solidFill>
                  <a:schemeClr val="dk1"/>
                </a:solidFill>
                <a:effectLst/>
                <a:uFillTx/>
                <a:latin typeface="Avenir Next LT Pro"/>
              </a:rPr>
              <a:t>Deuxième niveau</a:t>
            </a:r>
            <a:endParaRPr lang="fr-FR" sz="2800" b="0" u="none" strike="noStrike">
              <a:solidFill>
                <a:schemeClr val="dk1"/>
              </a:solidFill>
              <a:effectLst/>
              <a:uFillTx/>
              <a:latin typeface="Avenir Next LT Pro"/>
            </a:endParaRPr>
          </a:p>
          <a:p>
            <a:pPr marL="1143000" lvl="2" indent="-228600" algn="l" defTabSz="914400">
              <a:lnSpc>
                <a:spcPct val="90000"/>
              </a:lnSpc>
              <a:spcBef>
                <a:spcPts val="499"/>
              </a:spcBef>
              <a:buClr>
                <a:srgbClr val="000000"/>
              </a:buClr>
              <a:buFont typeface="Arial"/>
              <a:buChar char="•"/>
            </a:pPr>
            <a:r>
              <a:rPr lang="fr-FR" sz="2400" b="0" u="none" strike="noStrike">
                <a:solidFill>
                  <a:schemeClr val="dk1"/>
                </a:solidFill>
                <a:effectLst/>
                <a:uFillTx/>
                <a:latin typeface="Avenir Next LT Pro"/>
              </a:rPr>
              <a:t>Troisième niveau</a:t>
            </a:r>
            <a:endParaRPr lang="fr-FR" sz="2400" b="0" u="none" strike="noStrike">
              <a:solidFill>
                <a:schemeClr val="dk1"/>
              </a:solidFill>
              <a:effectLst/>
              <a:uFillTx/>
              <a:latin typeface="Avenir Next LT Pro"/>
            </a:endParaRPr>
          </a:p>
          <a:p>
            <a:pPr marL="1600200" lvl="3" indent="-228600" algn="l" defTabSz="914400">
              <a:lnSpc>
                <a:spcPct val="90000"/>
              </a:lnSpc>
              <a:spcBef>
                <a:spcPts val="499"/>
              </a:spcBef>
              <a:buClr>
                <a:srgbClr val="000000"/>
              </a:buClr>
              <a:buFont typeface="Arial"/>
              <a:buChar char="•"/>
            </a:pPr>
            <a:r>
              <a:rPr lang="fr-FR" sz="2000" b="0" u="none" strike="noStrike">
                <a:solidFill>
                  <a:schemeClr val="dk1"/>
                </a:solidFill>
                <a:effectLst/>
                <a:uFillTx/>
                <a:latin typeface="Avenir Next LT Pro"/>
              </a:rPr>
              <a:t>Quatrième niveau</a:t>
            </a:r>
            <a:endParaRPr lang="fr-FR" sz="2000" b="0" u="none" strike="noStrike">
              <a:solidFill>
                <a:schemeClr val="dk1"/>
              </a:solidFill>
              <a:effectLst/>
              <a:uFillTx/>
              <a:latin typeface="Avenir Next LT Pro"/>
            </a:endParaRPr>
          </a:p>
          <a:p>
            <a:pPr marL="2057400" lvl="4" indent="-228600" algn="l" defTabSz="914400">
              <a:lnSpc>
                <a:spcPct val="90000"/>
              </a:lnSpc>
              <a:spcBef>
                <a:spcPts val="499"/>
              </a:spcBef>
              <a:buClr>
                <a:srgbClr val="000000"/>
              </a:buClr>
              <a:buFont typeface="Arial"/>
              <a:buChar char="•"/>
            </a:pPr>
            <a:r>
              <a:rPr lang="fr-FR" sz="2000" b="0" u="none" strike="noStrike">
                <a:solidFill>
                  <a:schemeClr val="dk1"/>
                </a:solidFill>
                <a:effectLst/>
                <a:uFillTx/>
                <a:latin typeface="Avenir Next LT Pro"/>
              </a:rPr>
              <a:t>Cinquième niveau</a:t>
            </a:r>
            <a:endParaRPr lang="fr-FR" sz="2000" b="0" u="none" strike="noStrike">
              <a:solidFill>
                <a:schemeClr val="dk1"/>
              </a:solidFill>
              <a:effectLst/>
              <a:uFillTx/>
              <a:latin typeface="Avenir Next LT Pro"/>
            </a:endParaRPr>
          </a:p>
        </p:txBody>
      </p:sp>
      <p:sp>
        <p:nvSpPr>
          <p:cNvPr id="7" name="PlaceHolder 3"/>
          <p:cNvSpPr>
            <a:spLocks noGrp="1"/>
          </p:cNvSpPr>
          <p:nvPr>
            <p:ph type="body"/>
          </p:nvPr>
        </p:nvSpPr>
        <p:spPr>
          <a:xfrm>
            <a:off x="839880" y="2057400"/>
            <a:ext cx="3931560" cy="3810960"/>
          </a:xfrm>
          <a:prstGeom prst="rect">
            <a:avLst/>
          </a:prstGeom>
          <a:noFill/>
          <a:ln w="0">
            <a:noFill/>
          </a:ln>
        </p:spPr>
        <p:txBody>
          <a:bodyPr lIns="91440" tIns="45720" rIns="91440" bIns="45720" anchor="t">
            <a:noAutofit/>
          </a:bodyPr>
          <a:lstStyle>
            <a:lvl1pPr indent="0" algn="l" defTabSz="914400">
              <a:lnSpc>
                <a:spcPct val="90000"/>
              </a:lnSpc>
              <a:spcBef>
                <a:spcPts val="1001"/>
              </a:spcBef>
              <a:buNone/>
              <a:tabLst>
                <a:tab pos="0" algn="l"/>
              </a:tabLst>
              <a:defRPr lang="fr-FR" sz="1600" b="0" u="none" strike="noStrike">
                <a:solidFill>
                  <a:schemeClr val="dk1"/>
                </a:solidFill>
                <a:effectLst/>
                <a:uFillTx/>
                <a:latin typeface="Avenir Next LT Pro"/>
              </a:defRPr>
            </a:lvl1pPr>
          </a:lstStyle>
          <a:p>
            <a:pPr indent="0" algn="l" defTabSz="914400">
              <a:lnSpc>
                <a:spcPct val="90000"/>
              </a:lnSpc>
              <a:spcBef>
                <a:spcPts val="1001"/>
              </a:spcBef>
              <a:buNone/>
              <a:tabLst>
                <a:tab pos="0" algn="l"/>
              </a:tabLst>
            </a:pPr>
            <a:r>
              <a:rPr lang="fr-FR" sz="1600" b="0" u="none" strike="noStrike">
                <a:solidFill>
                  <a:schemeClr val="dk1"/>
                </a:solidFill>
                <a:effectLst/>
                <a:uFillTx/>
                <a:latin typeface="Avenir Next LT Pro"/>
              </a:rPr>
              <a:t>Cliquez pour modifier les styles du texte du masque</a:t>
            </a:r>
            <a:endParaRPr lang="fr-FR" sz="1600" b="0" u="none" strike="noStrike">
              <a:solidFill>
                <a:schemeClr val="dk1"/>
              </a:solidFill>
              <a:effectLst/>
              <a:uFillTx/>
              <a:latin typeface="Avenir Next LT Pro"/>
            </a:endParaRPr>
          </a:p>
        </p:txBody>
      </p:sp>
      <p:sp>
        <p:nvSpPr>
          <p:cNvPr id="8" name="PlaceHolder 4"/>
          <p:cNvSpPr>
            <a:spLocks noGrp="1"/>
          </p:cNvSpPr>
          <p:nvPr>
            <p:ph type="dt" idx="4"/>
          </p:nvPr>
        </p:nvSpPr>
        <p:spPr>
          <a:xfrm>
            <a:off x="838080" y="6356520"/>
            <a:ext cx="2742480" cy="364320"/>
          </a:xfrm>
          <a:prstGeom prst="rect">
            <a:avLst/>
          </a:prstGeom>
          <a:noFill/>
          <a:ln w="0">
            <a:noFill/>
          </a:ln>
        </p:spPr>
        <p:txBody>
          <a:bodyPr lIns="91440" tIns="45720" rIns="91440" bIns="45720" anchor="ctr">
            <a:noAutofit/>
          </a:bodyPr>
          <a:lstStyle>
            <a:lvl1pPr indent="0" algn="l" defTabSz="914400">
              <a:lnSpc>
                <a:spcPct val="100000"/>
              </a:lnSpc>
              <a:buNone/>
              <a:tabLst>
                <a:tab pos="0" algn="l"/>
              </a:tabLst>
              <a:defRPr lang="fr-MA" sz="1200" b="0" u="none" strike="noStrike">
                <a:solidFill>
                  <a:schemeClr val="dk1">
                    <a:tint val="75000"/>
                  </a:schemeClr>
                </a:solidFill>
                <a:effectLst/>
                <a:uFillTx/>
                <a:latin typeface="Avenir Next LT Pro"/>
              </a:defRPr>
            </a:lvl1pPr>
          </a:lstStyle>
          <a:p>
            <a:pPr indent="0" algn="l" defTabSz="914400">
              <a:lnSpc>
                <a:spcPct val="100000"/>
              </a:lnSpc>
              <a:buNone/>
              <a:tabLst>
                <a:tab pos="0" algn="l"/>
              </a:tabLst>
            </a:pPr>
            <a:r>
              <a:rPr lang="fr-MA" sz="1200" b="0" u="none" strike="noStrike">
                <a:solidFill>
                  <a:schemeClr val="dk1">
                    <a:tint val="75000"/>
                  </a:schemeClr>
                </a:solidFill>
                <a:effectLst/>
                <a:uFillTx/>
                <a:latin typeface="Avenir Next LT Pro"/>
              </a:rPr>
              <a:t>&lt;date/heure&gt;</a:t>
            </a:r>
            <a:endParaRPr lang="fr-FR" sz="1200" b="0" u="none" strike="noStrike">
              <a:solidFill>
                <a:srgbClr val="000000"/>
              </a:solidFill>
              <a:effectLst/>
              <a:uFillTx/>
              <a:latin typeface="Times New Roman"/>
            </a:endParaRPr>
          </a:p>
        </p:txBody>
      </p:sp>
      <p:sp>
        <p:nvSpPr>
          <p:cNvPr id="9" name="PlaceHolder 5"/>
          <p:cNvSpPr>
            <a:spLocks noGrp="1"/>
          </p:cNvSpPr>
          <p:nvPr>
            <p:ph type="ftr" idx="5"/>
          </p:nvPr>
        </p:nvSpPr>
        <p:spPr>
          <a:xfrm>
            <a:off x="4038480" y="6356520"/>
            <a:ext cx="4114080" cy="36432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fr-FR" sz="1400" b="0" u="none" strike="noStrike">
                <a:solidFill>
                  <a:srgbClr val="000000"/>
                </a:solidFill>
                <a:effectLst/>
                <a:uFillTx/>
                <a:latin typeface="Times New Roman"/>
              </a:defRPr>
            </a:lvl1pPr>
          </a:lstStyle>
          <a:p>
            <a:pPr indent="0" algn="ctr">
              <a:lnSpc>
                <a:spcPct val="100000"/>
              </a:lnSpc>
              <a:buNone/>
              <a:tabLst>
                <a:tab pos="0" algn="l"/>
              </a:tabLst>
            </a:pPr>
            <a:r>
              <a:rPr lang="fr-FR" sz="1400" b="0" u="none" strike="noStrike">
                <a:solidFill>
                  <a:srgbClr val="000000"/>
                </a:solidFill>
                <a:effectLst/>
                <a:uFillTx/>
                <a:latin typeface="Times New Roman"/>
              </a:rPr>
              <a:t>&lt;pied de page&gt;</a:t>
            </a:r>
            <a:endParaRPr lang="fr-FR" sz="1400" b="0" u="none" strike="noStrike">
              <a:solidFill>
                <a:srgbClr val="000000"/>
              </a:solidFill>
              <a:effectLst/>
              <a:uFillTx/>
              <a:latin typeface="Times New Roman"/>
            </a:endParaRPr>
          </a:p>
        </p:txBody>
      </p:sp>
      <p:sp>
        <p:nvSpPr>
          <p:cNvPr id="10" name="PlaceHolder 6"/>
          <p:cNvSpPr>
            <a:spLocks noGrp="1"/>
          </p:cNvSpPr>
          <p:nvPr>
            <p:ph type="sldNum" idx="6"/>
          </p:nvPr>
        </p:nvSpPr>
        <p:spPr>
          <a:xfrm>
            <a:off x="8610480" y="6356520"/>
            <a:ext cx="2742480" cy="36432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fr-MA" sz="1200" b="0" u="none" strike="noStrike">
                <a:solidFill>
                  <a:schemeClr val="dk1">
                    <a:tint val="75000"/>
                  </a:schemeClr>
                </a:solidFill>
                <a:effectLst/>
                <a:uFillTx/>
                <a:latin typeface="Avenir Next LT Pro"/>
              </a:defRPr>
            </a:lvl1pPr>
          </a:lstStyle>
          <a:p>
            <a:pPr indent="0" algn="r" defTabSz="914400">
              <a:lnSpc>
                <a:spcPct val="100000"/>
              </a:lnSpc>
              <a:buNone/>
              <a:tabLst>
                <a:tab pos="0" algn="l"/>
              </a:tabLst>
            </a:pPr>
            <a:fld id="{6D515F10-7187-4C33-9956-171329695171}" type="slidenum">
              <a:rPr lang="fr-MA" sz="1200" b="0" u="none" strike="noStrike">
                <a:solidFill>
                  <a:schemeClr val="dk1">
                    <a:tint val="75000"/>
                  </a:schemeClr>
                </a:solidFill>
                <a:effectLst/>
                <a:uFillTx/>
                <a:latin typeface="Avenir Next LT Pro"/>
              </a:rPr>
              <a:t>&lt;numéro&gt;</a:t>
            </a:fld>
            <a:endParaRPr lang="fr-FR" sz="1200" b="0" u="none" strike="noStrike">
              <a:solidFill>
                <a:srgbClr val="000000"/>
              </a:solidFill>
              <a:effectLst/>
              <a:uFillTx/>
              <a:latin typeface="Times New Roman"/>
            </a:endParaRP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Image avec légende">
    <p:bg>
      <p:bgPr>
        <a:solidFill>
          <a:srgbClr val="FFFFFF"/>
        </a:solidFill>
      </p:bgPr>
    </p:bg>
    <p:spTree>
      <p:nvGrpSpPr>
        <p:cNvPr id="1" name=""/>
        <p:cNvGrpSpPr/>
        <p:nvPr/>
      </p:nvGrpSpPr>
      <p:grpSpPr>
        <a:xfrm>
          <a:off x="0" y="0"/>
          <a:ext cx="0" cy="0"/>
          <a:chOff x="0" y="0"/>
          <a:chExt cx="0" cy="0"/>
        </a:xfrm>
      </p:grpSpPr>
      <p:sp>
        <p:nvSpPr>
          <p:cNvPr id="11" name="PlaceHolder 1"/>
          <p:cNvSpPr>
            <a:spLocks noGrp="1"/>
          </p:cNvSpPr>
          <p:nvPr>
            <p:ph type="title"/>
          </p:nvPr>
        </p:nvSpPr>
        <p:spPr>
          <a:xfrm>
            <a:off x="839880" y="457200"/>
            <a:ext cx="3931560" cy="1599480"/>
          </a:xfrm>
          <a:prstGeom prst="rect">
            <a:avLst/>
          </a:prstGeom>
          <a:noFill/>
          <a:ln w="0">
            <a:noFill/>
          </a:ln>
        </p:spPr>
        <p:txBody>
          <a:bodyPr lIns="91440" tIns="45720" rIns="91440" bIns="45720" anchor="b">
            <a:noAutofit/>
          </a:bodyPr>
          <a:lstStyle>
            <a:lvl1pPr indent="0" algn="l" defTabSz="914400">
              <a:lnSpc>
                <a:spcPct val="90000"/>
              </a:lnSpc>
              <a:buNone/>
              <a:tabLst>
                <a:tab pos="0" algn="l"/>
              </a:tabLst>
              <a:defRPr lang="fr-FR" sz="3200" b="0" u="none" strike="noStrike">
                <a:solidFill>
                  <a:schemeClr val="dk1"/>
                </a:solidFill>
                <a:effectLst/>
                <a:uFillTx/>
                <a:latin typeface="Avenir Next LT Pro"/>
              </a:defRPr>
            </a:lvl1pPr>
          </a:lstStyle>
          <a:p>
            <a:pPr indent="0" algn="l" defTabSz="914400">
              <a:lnSpc>
                <a:spcPct val="90000"/>
              </a:lnSpc>
              <a:buNone/>
              <a:tabLst>
                <a:tab pos="0" algn="l"/>
              </a:tabLst>
            </a:pPr>
            <a:r>
              <a:rPr lang="fr-FR" sz="3200" b="0" u="none" strike="noStrike">
                <a:solidFill>
                  <a:schemeClr val="dk1"/>
                </a:solidFill>
                <a:effectLst/>
                <a:uFillTx/>
                <a:latin typeface="Avenir Next LT Pro"/>
              </a:rPr>
              <a:t>Modifiez le style du titre</a:t>
            </a:r>
            <a:endParaRPr lang="fr-FR" sz="3200" b="0" u="none" strike="noStrike">
              <a:solidFill>
                <a:schemeClr val="dk1"/>
              </a:solidFill>
              <a:effectLst/>
              <a:uFillTx/>
              <a:latin typeface="Avenir Next LT Pro"/>
            </a:endParaRPr>
          </a:p>
        </p:txBody>
      </p:sp>
      <p:sp>
        <p:nvSpPr>
          <p:cNvPr id="12" name="PlaceHolder 2"/>
          <p:cNvSpPr>
            <a:spLocks noGrp="1"/>
          </p:cNvSpPr>
          <p:nvPr>
            <p:ph type="body"/>
          </p:nvPr>
        </p:nvSpPr>
        <p:spPr>
          <a:xfrm>
            <a:off x="5183280" y="987480"/>
            <a:ext cx="6171480" cy="4872960"/>
          </a:xfrm>
          <a:prstGeom prst="rect">
            <a:avLst/>
          </a:prstGeom>
          <a:noFill/>
          <a:ln w="0">
            <a:noFill/>
          </a:ln>
        </p:spPr>
        <p:txBody>
          <a:bodyPr lIns="90000" tIns="45000" rIns="90000" bIns="45000" anchor="t">
            <a:noAutofit/>
          </a:bodyPr>
          <a:lstStyle>
            <a:lvl1pPr algn="l" defTabSz="914400">
              <a:lnSpc>
                <a:spcPct val="90000"/>
              </a:lnSpc>
              <a:spcBef>
                <a:spcPts val="1001"/>
              </a:spcBef>
              <a:buClr>
                <a:srgbClr val="000000"/>
              </a:buClr>
              <a:buFont typeface="Arial"/>
              <a:buChar char="•"/>
              <a:tabLst>
                <a:tab pos="0" algn="l"/>
              </a:tabLst>
              <a:defRPr lang="fr-FR" sz="3200" b="0" u="none" strike="noStrike">
                <a:solidFill>
                  <a:schemeClr val="dk1"/>
                </a:solidFill>
                <a:effectLst/>
                <a:uFillTx/>
                <a:latin typeface="Avenir Next LT Pro"/>
              </a:defRPr>
            </a:lvl1pPr>
            <a:lvl2pPr lvl="1" algn="l" defTabSz="914400">
              <a:lnSpc>
                <a:spcPct val="90000"/>
              </a:lnSpc>
              <a:spcBef>
                <a:spcPts val="499"/>
              </a:spcBef>
              <a:buClr>
                <a:srgbClr val="000000"/>
              </a:buClr>
              <a:buSzPct val="75000"/>
              <a:buFont typeface="Symbol" charset="2"/>
              <a:buChar char=""/>
              <a:tabLst>
                <a:tab pos="0" algn="l"/>
              </a:tabLst>
              <a:defRPr lang="fr-FR" sz="3200" b="0" u="none" strike="noStrike">
                <a:solidFill>
                  <a:schemeClr val="dk1"/>
                </a:solidFill>
                <a:effectLst/>
                <a:uFillTx/>
                <a:latin typeface="Avenir Next LT Pro"/>
              </a:defRPr>
            </a:lvl2pPr>
            <a:lvl3pPr lvl="2" algn="l" defTabSz="914400">
              <a:lnSpc>
                <a:spcPct val="90000"/>
              </a:lnSpc>
              <a:spcBef>
                <a:spcPts val="499"/>
              </a:spcBef>
              <a:buClr>
                <a:srgbClr val="000000"/>
              </a:buClr>
              <a:buSzPct val="45000"/>
              <a:buFont typeface="Wingdings" charset="2"/>
              <a:buChar char=""/>
              <a:tabLst>
                <a:tab pos="0" algn="l"/>
              </a:tabLst>
              <a:defRPr lang="fr-FR" sz="3200" b="0" u="none" strike="noStrike">
                <a:solidFill>
                  <a:schemeClr val="dk1"/>
                </a:solidFill>
                <a:effectLst/>
                <a:uFillTx/>
                <a:latin typeface="Avenir Next LT Pro"/>
              </a:defRPr>
            </a:lvl3pPr>
            <a:lvl4pPr lvl="3" algn="l" defTabSz="914400">
              <a:lnSpc>
                <a:spcPct val="90000"/>
              </a:lnSpc>
              <a:spcBef>
                <a:spcPts val="499"/>
              </a:spcBef>
              <a:buClr>
                <a:srgbClr val="000000"/>
              </a:buClr>
              <a:buSzPct val="75000"/>
              <a:buFont typeface="Symbol" charset="2"/>
              <a:buChar char=""/>
              <a:tabLst>
                <a:tab pos="0" algn="l"/>
              </a:tabLst>
              <a:defRPr lang="fr-FR" sz="3200" b="0" u="none" strike="noStrike">
                <a:solidFill>
                  <a:schemeClr val="dk1"/>
                </a:solidFill>
                <a:effectLst/>
                <a:uFillTx/>
                <a:latin typeface="Avenir Next LT Pro"/>
              </a:defRPr>
            </a:lvl4pPr>
            <a:lvl5pPr lvl="4" algn="l" defTabSz="914400">
              <a:lnSpc>
                <a:spcPct val="90000"/>
              </a:lnSpc>
              <a:spcBef>
                <a:spcPts val="499"/>
              </a:spcBef>
              <a:buClr>
                <a:srgbClr val="000000"/>
              </a:buClr>
              <a:buSzPct val="45000"/>
              <a:buFont typeface="Wingdings" charset="2"/>
              <a:buChar char=""/>
              <a:tabLst>
                <a:tab pos="0" algn="l"/>
              </a:tabLst>
              <a:defRPr lang="fr-FR" sz="3200" b="0" u="none" strike="noStrike">
                <a:solidFill>
                  <a:schemeClr val="dk1"/>
                </a:solidFill>
                <a:effectLst/>
                <a:uFillTx/>
                <a:latin typeface="Avenir Next LT Pro"/>
              </a:defRPr>
            </a:lvl5pPr>
            <a:lvl6pPr lvl="5" algn="l" defTabSz="914400">
              <a:lnSpc>
                <a:spcPct val="90000"/>
              </a:lnSpc>
              <a:spcBef>
                <a:spcPts val="283"/>
              </a:spcBef>
              <a:buClr>
                <a:srgbClr val="000000"/>
              </a:buClr>
              <a:buSzPct val="45000"/>
              <a:buFont typeface="Wingdings" charset="2"/>
              <a:buChar char=""/>
              <a:tabLst>
                <a:tab pos="0" algn="l"/>
              </a:tabLst>
              <a:defRPr lang="fr-FR" sz="3200" b="0" u="none" strike="noStrike">
                <a:solidFill>
                  <a:schemeClr val="dk1"/>
                </a:solidFill>
                <a:effectLst/>
                <a:uFillTx/>
                <a:latin typeface="Avenir Next LT Pro"/>
              </a:defRPr>
            </a:lvl6pPr>
            <a:lvl7pPr lvl="6" algn="l" defTabSz="914400">
              <a:lnSpc>
                <a:spcPct val="90000"/>
              </a:lnSpc>
              <a:spcBef>
                <a:spcPts val="283"/>
              </a:spcBef>
              <a:buClr>
                <a:srgbClr val="000000"/>
              </a:buClr>
              <a:buSzPct val="45000"/>
              <a:buFont typeface="Wingdings" charset="2"/>
              <a:buChar char=""/>
              <a:tabLst>
                <a:tab pos="0" algn="l"/>
              </a:tabLst>
              <a:defRPr lang="fr-FR" sz="3200" b="0" u="none" strike="noStrike">
                <a:solidFill>
                  <a:schemeClr val="dk1"/>
                </a:solidFill>
                <a:effectLst/>
                <a:uFillTx/>
                <a:latin typeface="Avenir Next LT Pro"/>
              </a:defRPr>
            </a:lvl7pPr>
          </a:lstStyle>
          <a:p>
            <a:pPr marL="432000" indent="-324000" algn="l" defTabSz="914400">
              <a:lnSpc>
                <a:spcPct val="90000"/>
              </a:lnSpc>
              <a:spcBef>
                <a:spcPts val="1001"/>
              </a:spcBef>
              <a:buClr>
                <a:srgbClr val="000000"/>
              </a:buClr>
              <a:buFont typeface="Arial"/>
              <a:buChar char="•"/>
              <a:tabLst>
                <a:tab pos="0" algn="l"/>
              </a:tabLst>
            </a:pPr>
            <a:r>
              <a:rPr lang="fr-FR" sz="3200" b="0" u="none" strike="noStrike">
                <a:solidFill>
                  <a:schemeClr val="dk1"/>
                </a:solidFill>
                <a:effectLst/>
                <a:uFillTx/>
                <a:latin typeface="Avenir Next LT Pro"/>
              </a:rPr>
              <a:t>Cliquez pour éditer le format du plan de texte</a:t>
            </a:r>
            <a:endParaRPr lang="fr-FR" sz="3200" b="0" u="none" strike="noStrike">
              <a:solidFill>
                <a:schemeClr val="dk1"/>
              </a:solidFill>
              <a:effectLst/>
              <a:uFillTx/>
              <a:latin typeface="Avenir Next LT Pro"/>
            </a:endParaRPr>
          </a:p>
          <a:p>
            <a:pPr marL="457200" lvl="1" indent="-324000" algn="l" defTabSz="914400">
              <a:lnSpc>
                <a:spcPct val="90000"/>
              </a:lnSpc>
              <a:spcBef>
                <a:spcPts val="499"/>
              </a:spcBef>
              <a:buClr>
                <a:srgbClr val="000000"/>
              </a:buClr>
              <a:buSzPct val="75000"/>
              <a:buFont typeface="Symbol" charset="2"/>
              <a:buChar char=""/>
              <a:tabLst>
                <a:tab pos="0" algn="l"/>
              </a:tabLst>
            </a:pPr>
            <a:r>
              <a:rPr lang="fr-FR" sz="3200" b="0" u="none" strike="noStrike">
                <a:solidFill>
                  <a:schemeClr val="dk1"/>
                </a:solidFill>
                <a:effectLst/>
                <a:uFillTx/>
                <a:latin typeface="Avenir Next LT Pro"/>
              </a:rPr>
              <a:t>Second niveau de plan</a:t>
            </a:r>
            <a:endParaRPr lang="fr-FR" sz="3200" b="0" u="none" strike="noStrike">
              <a:solidFill>
                <a:schemeClr val="dk1"/>
              </a:solidFill>
              <a:effectLst/>
              <a:uFillTx/>
              <a:latin typeface="Avenir Next LT Pro"/>
            </a:endParaRPr>
          </a:p>
          <a:p>
            <a:pPr marL="914400" lvl="2" indent="-288000" algn="l" defTabSz="914400">
              <a:lnSpc>
                <a:spcPct val="90000"/>
              </a:lnSpc>
              <a:spcBef>
                <a:spcPts val="499"/>
              </a:spcBef>
              <a:buClr>
                <a:srgbClr val="000000"/>
              </a:buClr>
              <a:buSzPct val="45000"/>
              <a:buFont typeface="Wingdings" charset="2"/>
              <a:buChar char=""/>
              <a:tabLst>
                <a:tab pos="0" algn="l"/>
              </a:tabLst>
            </a:pPr>
            <a:r>
              <a:rPr lang="fr-FR" sz="3200" b="0" u="none" strike="noStrike">
                <a:solidFill>
                  <a:schemeClr val="dk1"/>
                </a:solidFill>
                <a:effectLst/>
                <a:uFillTx/>
                <a:latin typeface="Avenir Next LT Pro"/>
              </a:rPr>
              <a:t>Troisième niveau de plan</a:t>
            </a:r>
            <a:endParaRPr lang="fr-FR" sz="3200" b="0" u="none" strike="noStrike">
              <a:solidFill>
                <a:schemeClr val="dk1"/>
              </a:solidFill>
              <a:effectLst/>
              <a:uFillTx/>
              <a:latin typeface="Avenir Next LT Pro"/>
            </a:endParaRPr>
          </a:p>
          <a:p>
            <a:pPr marL="1371600" lvl="3" indent="-216000" algn="l" defTabSz="914400">
              <a:lnSpc>
                <a:spcPct val="90000"/>
              </a:lnSpc>
              <a:spcBef>
                <a:spcPts val="499"/>
              </a:spcBef>
              <a:buClr>
                <a:srgbClr val="000000"/>
              </a:buClr>
              <a:buSzPct val="75000"/>
              <a:buFont typeface="Symbol" charset="2"/>
              <a:buChar char=""/>
              <a:tabLst>
                <a:tab pos="0" algn="l"/>
              </a:tabLst>
            </a:pPr>
            <a:r>
              <a:rPr lang="fr-FR" sz="3200" b="0" u="none" strike="noStrike">
                <a:solidFill>
                  <a:schemeClr val="dk1"/>
                </a:solidFill>
                <a:effectLst/>
                <a:uFillTx/>
                <a:latin typeface="Avenir Next LT Pro"/>
              </a:rPr>
              <a:t>Quatrième niveau de plan</a:t>
            </a:r>
            <a:endParaRPr lang="fr-FR" sz="3200" b="0" u="none" strike="noStrike">
              <a:solidFill>
                <a:schemeClr val="dk1"/>
              </a:solidFill>
              <a:effectLst/>
              <a:uFillTx/>
              <a:latin typeface="Avenir Next LT Pro"/>
            </a:endParaRPr>
          </a:p>
          <a:p>
            <a:pPr marL="1828800" lvl="4" indent="-216000" algn="l" defTabSz="914400">
              <a:lnSpc>
                <a:spcPct val="90000"/>
              </a:lnSpc>
              <a:spcBef>
                <a:spcPts val="499"/>
              </a:spcBef>
              <a:buClr>
                <a:srgbClr val="000000"/>
              </a:buClr>
              <a:buSzPct val="45000"/>
              <a:buFont typeface="Wingdings" charset="2"/>
              <a:buChar char=""/>
              <a:tabLst>
                <a:tab pos="0" algn="l"/>
              </a:tabLst>
            </a:pPr>
            <a:r>
              <a:rPr lang="fr-FR" sz="3200" b="0" u="none" strike="noStrike">
                <a:solidFill>
                  <a:schemeClr val="dk1"/>
                </a:solidFill>
                <a:effectLst/>
                <a:uFillTx/>
                <a:latin typeface="Avenir Next LT Pro"/>
              </a:rPr>
              <a:t>Cinquième niveau de plan</a:t>
            </a:r>
            <a:endParaRPr lang="fr-FR" sz="3200" b="0" u="none" strike="noStrike">
              <a:solidFill>
                <a:schemeClr val="dk1"/>
              </a:solidFill>
              <a:effectLst/>
              <a:uFillTx/>
              <a:latin typeface="Avenir Next LT Pro"/>
            </a:endParaRPr>
          </a:p>
          <a:p>
            <a:pPr marL="2286000" lvl="5" indent="-216000" algn="l" defTabSz="914400">
              <a:lnSpc>
                <a:spcPct val="90000"/>
              </a:lnSpc>
              <a:spcBef>
                <a:spcPts val="283"/>
              </a:spcBef>
              <a:buClr>
                <a:srgbClr val="000000"/>
              </a:buClr>
              <a:buSzPct val="45000"/>
              <a:buFont typeface="Wingdings" charset="2"/>
              <a:buChar char=""/>
              <a:tabLst>
                <a:tab pos="0" algn="l"/>
              </a:tabLst>
            </a:pPr>
            <a:r>
              <a:rPr lang="fr-FR" sz="3200" b="0" u="none" strike="noStrike">
                <a:solidFill>
                  <a:schemeClr val="dk1"/>
                </a:solidFill>
                <a:effectLst/>
                <a:uFillTx/>
                <a:latin typeface="Avenir Next LT Pro"/>
              </a:rPr>
              <a:t>Sixième niveau de plan</a:t>
            </a:r>
            <a:endParaRPr lang="fr-FR" sz="3200" b="0" u="none" strike="noStrike">
              <a:solidFill>
                <a:schemeClr val="dk1"/>
              </a:solidFill>
              <a:effectLst/>
              <a:uFillTx/>
              <a:latin typeface="Avenir Next LT Pro"/>
            </a:endParaRPr>
          </a:p>
          <a:p>
            <a:pPr marL="2743200" lvl="6" indent="-216000" algn="l" defTabSz="914400">
              <a:lnSpc>
                <a:spcPct val="90000"/>
              </a:lnSpc>
              <a:spcBef>
                <a:spcPts val="283"/>
              </a:spcBef>
              <a:buClr>
                <a:srgbClr val="000000"/>
              </a:buClr>
              <a:buSzPct val="45000"/>
              <a:buFont typeface="Wingdings" charset="2"/>
              <a:buChar char=""/>
              <a:tabLst>
                <a:tab pos="0" algn="l"/>
              </a:tabLst>
            </a:pPr>
            <a:r>
              <a:rPr lang="fr-FR" sz="3200" b="0" u="none" strike="noStrike">
                <a:solidFill>
                  <a:schemeClr val="dk1"/>
                </a:solidFill>
                <a:effectLst/>
                <a:uFillTx/>
                <a:latin typeface="Avenir Next LT Pro"/>
              </a:rPr>
              <a:t>Septième niveau de plan</a:t>
            </a:r>
            <a:endParaRPr lang="fr-FR" sz="3200" b="0" u="none" strike="noStrike">
              <a:solidFill>
                <a:schemeClr val="dk1"/>
              </a:solidFill>
              <a:effectLst/>
              <a:uFillTx/>
              <a:latin typeface="Avenir Next LT Pro"/>
            </a:endParaRPr>
          </a:p>
        </p:txBody>
      </p:sp>
      <p:sp>
        <p:nvSpPr>
          <p:cNvPr id="13" name="PlaceHolder 3"/>
          <p:cNvSpPr>
            <a:spLocks noGrp="1"/>
          </p:cNvSpPr>
          <p:nvPr>
            <p:ph type="body"/>
          </p:nvPr>
        </p:nvSpPr>
        <p:spPr>
          <a:xfrm>
            <a:off x="839880" y="2057400"/>
            <a:ext cx="3931560" cy="3810960"/>
          </a:xfrm>
          <a:prstGeom prst="rect">
            <a:avLst/>
          </a:prstGeom>
          <a:noFill/>
          <a:ln w="0">
            <a:noFill/>
          </a:ln>
        </p:spPr>
        <p:txBody>
          <a:bodyPr lIns="91440" tIns="45720" rIns="91440" bIns="45720" anchor="t">
            <a:noAutofit/>
          </a:bodyPr>
          <a:lstStyle>
            <a:lvl1pPr indent="0" algn="l" defTabSz="914400">
              <a:lnSpc>
                <a:spcPct val="90000"/>
              </a:lnSpc>
              <a:spcBef>
                <a:spcPts val="1001"/>
              </a:spcBef>
              <a:buNone/>
              <a:tabLst>
                <a:tab pos="0" algn="l"/>
              </a:tabLst>
              <a:defRPr lang="fr-FR" sz="1600" b="0" u="none" strike="noStrike">
                <a:solidFill>
                  <a:schemeClr val="dk1"/>
                </a:solidFill>
                <a:effectLst/>
                <a:uFillTx/>
                <a:latin typeface="Avenir Next LT Pro"/>
              </a:defRPr>
            </a:lvl1pPr>
          </a:lstStyle>
          <a:p>
            <a:pPr indent="0" algn="l" defTabSz="914400">
              <a:lnSpc>
                <a:spcPct val="90000"/>
              </a:lnSpc>
              <a:spcBef>
                <a:spcPts val="1001"/>
              </a:spcBef>
              <a:buNone/>
              <a:tabLst>
                <a:tab pos="0" algn="l"/>
              </a:tabLst>
            </a:pPr>
            <a:r>
              <a:rPr lang="fr-FR" sz="1600" b="0" u="none" strike="noStrike">
                <a:solidFill>
                  <a:schemeClr val="dk1"/>
                </a:solidFill>
                <a:effectLst/>
                <a:uFillTx/>
                <a:latin typeface="Avenir Next LT Pro"/>
              </a:rPr>
              <a:t>Cliquez pour modifier les styles du texte du masque</a:t>
            </a:r>
            <a:endParaRPr lang="fr-FR" sz="1600" b="0" u="none" strike="noStrike">
              <a:solidFill>
                <a:schemeClr val="dk1"/>
              </a:solidFill>
              <a:effectLst/>
              <a:uFillTx/>
              <a:latin typeface="Avenir Next LT Pro"/>
            </a:endParaRPr>
          </a:p>
        </p:txBody>
      </p:sp>
      <p:sp>
        <p:nvSpPr>
          <p:cNvPr id="14" name="PlaceHolder 4"/>
          <p:cNvSpPr>
            <a:spLocks noGrp="1"/>
          </p:cNvSpPr>
          <p:nvPr>
            <p:ph type="dt" idx="7"/>
          </p:nvPr>
        </p:nvSpPr>
        <p:spPr>
          <a:xfrm>
            <a:off x="838080" y="6356520"/>
            <a:ext cx="2742480" cy="364320"/>
          </a:xfrm>
          <a:prstGeom prst="rect">
            <a:avLst/>
          </a:prstGeom>
          <a:noFill/>
          <a:ln w="0">
            <a:noFill/>
          </a:ln>
        </p:spPr>
        <p:txBody>
          <a:bodyPr lIns="91440" tIns="45720" rIns="91440" bIns="45720" anchor="ctr">
            <a:noAutofit/>
          </a:bodyPr>
          <a:lstStyle>
            <a:lvl1pPr indent="0" algn="l" defTabSz="914400">
              <a:lnSpc>
                <a:spcPct val="100000"/>
              </a:lnSpc>
              <a:buNone/>
              <a:tabLst>
                <a:tab pos="0" algn="l"/>
              </a:tabLst>
              <a:defRPr lang="fr-MA" sz="1200" b="0" u="none" strike="noStrike">
                <a:solidFill>
                  <a:schemeClr val="dk1">
                    <a:tint val="75000"/>
                  </a:schemeClr>
                </a:solidFill>
                <a:effectLst/>
                <a:uFillTx/>
                <a:latin typeface="Avenir Next LT Pro"/>
              </a:defRPr>
            </a:lvl1pPr>
          </a:lstStyle>
          <a:p>
            <a:pPr indent="0" algn="l" defTabSz="914400">
              <a:lnSpc>
                <a:spcPct val="100000"/>
              </a:lnSpc>
              <a:buNone/>
              <a:tabLst>
                <a:tab pos="0" algn="l"/>
              </a:tabLst>
            </a:pPr>
            <a:r>
              <a:rPr lang="fr-MA" sz="1200" b="0" u="none" strike="noStrike">
                <a:solidFill>
                  <a:schemeClr val="dk1">
                    <a:tint val="75000"/>
                  </a:schemeClr>
                </a:solidFill>
                <a:effectLst/>
                <a:uFillTx/>
                <a:latin typeface="Avenir Next LT Pro"/>
              </a:rPr>
              <a:t>&lt;date/heure&gt;</a:t>
            </a:r>
            <a:endParaRPr lang="fr-FR" sz="1200" b="0" u="none" strike="noStrike">
              <a:solidFill>
                <a:srgbClr val="000000"/>
              </a:solidFill>
              <a:effectLst/>
              <a:uFillTx/>
              <a:latin typeface="Times New Roman"/>
            </a:endParaRPr>
          </a:p>
        </p:txBody>
      </p:sp>
      <p:sp>
        <p:nvSpPr>
          <p:cNvPr id="15" name="PlaceHolder 5"/>
          <p:cNvSpPr>
            <a:spLocks noGrp="1"/>
          </p:cNvSpPr>
          <p:nvPr>
            <p:ph type="ftr" idx="8"/>
          </p:nvPr>
        </p:nvSpPr>
        <p:spPr>
          <a:xfrm>
            <a:off x="4038480" y="6356520"/>
            <a:ext cx="4114080" cy="36432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fr-FR" sz="1400" b="0" u="none" strike="noStrike">
                <a:solidFill>
                  <a:srgbClr val="000000"/>
                </a:solidFill>
                <a:effectLst/>
                <a:uFillTx/>
                <a:latin typeface="Times New Roman"/>
              </a:defRPr>
            </a:lvl1pPr>
          </a:lstStyle>
          <a:p>
            <a:pPr indent="0" algn="ctr">
              <a:lnSpc>
                <a:spcPct val="100000"/>
              </a:lnSpc>
              <a:buNone/>
              <a:tabLst>
                <a:tab pos="0" algn="l"/>
              </a:tabLst>
            </a:pPr>
            <a:r>
              <a:rPr lang="fr-FR" sz="1400" b="0" u="none" strike="noStrike">
                <a:solidFill>
                  <a:srgbClr val="000000"/>
                </a:solidFill>
                <a:effectLst/>
                <a:uFillTx/>
                <a:latin typeface="Times New Roman"/>
              </a:rPr>
              <a:t>&lt;pied de page&gt;</a:t>
            </a:r>
            <a:endParaRPr lang="fr-FR" sz="1400" b="0" u="none" strike="noStrike">
              <a:solidFill>
                <a:srgbClr val="000000"/>
              </a:solidFill>
              <a:effectLst/>
              <a:uFillTx/>
              <a:latin typeface="Times New Roman"/>
            </a:endParaRPr>
          </a:p>
        </p:txBody>
      </p:sp>
      <p:sp>
        <p:nvSpPr>
          <p:cNvPr id="16" name="PlaceHolder 6"/>
          <p:cNvSpPr>
            <a:spLocks noGrp="1"/>
          </p:cNvSpPr>
          <p:nvPr>
            <p:ph type="sldNum" idx="9"/>
          </p:nvPr>
        </p:nvSpPr>
        <p:spPr>
          <a:xfrm>
            <a:off x="8610480" y="6356520"/>
            <a:ext cx="2742480" cy="36432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fr-MA" sz="1200" b="0" u="none" strike="noStrike">
                <a:solidFill>
                  <a:schemeClr val="dk1">
                    <a:tint val="75000"/>
                  </a:schemeClr>
                </a:solidFill>
                <a:effectLst/>
                <a:uFillTx/>
                <a:latin typeface="Avenir Next LT Pro"/>
              </a:defRPr>
            </a:lvl1pPr>
          </a:lstStyle>
          <a:p>
            <a:pPr indent="0" algn="r" defTabSz="914400">
              <a:lnSpc>
                <a:spcPct val="100000"/>
              </a:lnSpc>
              <a:buNone/>
              <a:tabLst>
                <a:tab pos="0" algn="l"/>
              </a:tabLst>
            </a:pPr>
            <a:fld id="{4C276967-7684-4902-936C-8AD349175067}" type="slidenum">
              <a:rPr lang="fr-MA" sz="1200" b="0" u="none" strike="noStrike">
                <a:solidFill>
                  <a:schemeClr val="dk1">
                    <a:tint val="75000"/>
                  </a:schemeClr>
                </a:solidFill>
                <a:effectLst/>
                <a:uFillTx/>
                <a:latin typeface="Avenir Next LT Pro"/>
              </a:rPr>
              <a:t>&lt;numéro&gt;</a:t>
            </a:fld>
            <a:endParaRPr lang="fr-FR" sz="1200" b="0" u="none" strike="noStrike">
              <a:solidFill>
                <a:srgbClr val="000000"/>
              </a:solidFill>
              <a:effectLst/>
              <a:uFillTx/>
              <a:latin typeface="Times New Roman"/>
            </a:endParaRP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iapositive de titre">
    <p:bg>
      <p:bgPr>
        <a:solidFill>
          <a:srgbClr val="FFFFFF"/>
        </a:solidFill>
      </p:bgPr>
    </p:bg>
    <p:spTree>
      <p:nvGrpSpPr>
        <p:cNvPr id="1" name=""/>
        <p:cNvGrpSpPr/>
        <p:nvPr/>
      </p:nvGrpSpPr>
      <p:grpSpPr>
        <a:xfrm>
          <a:off x="0" y="0"/>
          <a:ext cx="0" cy="0"/>
          <a:chOff x="0" y="0"/>
          <a:chExt cx="0" cy="0"/>
        </a:xfrm>
      </p:grpSpPr>
      <p:sp>
        <p:nvSpPr>
          <p:cNvPr id="17" name="PlaceHolder 1"/>
          <p:cNvSpPr>
            <a:spLocks noGrp="1"/>
          </p:cNvSpPr>
          <p:nvPr>
            <p:ph type="dt" idx="10"/>
          </p:nvPr>
        </p:nvSpPr>
        <p:spPr>
          <a:xfrm>
            <a:off x="838080" y="6356520"/>
            <a:ext cx="2742480" cy="364320"/>
          </a:xfrm>
          <a:prstGeom prst="rect">
            <a:avLst/>
          </a:prstGeom>
          <a:noFill/>
          <a:ln w="0">
            <a:noFill/>
          </a:ln>
        </p:spPr>
        <p:txBody>
          <a:bodyPr lIns="91440" tIns="45720" rIns="91440" bIns="45720" anchor="ctr">
            <a:noAutofit/>
          </a:bodyPr>
          <a:lstStyle>
            <a:lvl1pPr indent="0" algn="l" defTabSz="914400">
              <a:lnSpc>
                <a:spcPct val="100000"/>
              </a:lnSpc>
              <a:buNone/>
              <a:tabLst>
                <a:tab pos="0" algn="l"/>
              </a:tabLst>
              <a:defRPr lang="fr-MA" sz="1200" b="0" u="none" strike="noStrike">
                <a:solidFill>
                  <a:schemeClr val="dk1">
                    <a:tint val="75000"/>
                  </a:schemeClr>
                </a:solidFill>
                <a:effectLst/>
                <a:uFillTx/>
                <a:latin typeface="Avenir Next LT Pro"/>
              </a:defRPr>
            </a:lvl1pPr>
          </a:lstStyle>
          <a:p>
            <a:pPr indent="0" algn="l" defTabSz="914400">
              <a:lnSpc>
                <a:spcPct val="100000"/>
              </a:lnSpc>
              <a:buNone/>
              <a:tabLst>
                <a:tab pos="0" algn="l"/>
              </a:tabLst>
            </a:pPr>
            <a:r>
              <a:rPr lang="fr-MA" sz="1200" b="0" u="none" strike="noStrike">
                <a:solidFill>
                  <a:schemeClr val="dk1">
                    <a:tint val="75000"/>
                  </a:schemeClr>
                </a:solidFill>
                <a:effectLst/>
                <a:uFillTx/>
                <a:latin typeface="Avenir Next LT Pro"/>
              </a:rPr>
              <a:t>&lt;date/heure&gt;</a:t>
            </a:r>
            <a:endParaRPr lang="fr-FR" sz="1200" b="0" u="none" strike="noStrike">
              <a:solidFill>
                <a:srgbClr val="000000"/>
              </a:solidFill>
              <a:effectLst/>
              <a:uFillTx/>
              <a:latin typeface="Times New Roman"/>
            </a:endParaRPr>
          </a:p>
        </p:txBody>
      </p:sp>
      <p:sp>
        <p:nvSpPr>
          <p:cNvPr id="18" name="PlaceHolder 2"/>
          <p:cNvSpPr>
            <a:spLocks noGrp="1"/>
          </p:cNvSpPr>
          <p:nvPr>
            <p:ph type="ftr" idx="11"/>
          </p:nvPr>
        </p:nvSpPr>
        <p:spPr>
          <a:xfrm>
            <a:off x="4038480" y="6356520"/>
            <a:ext cx="4114080" cy="36432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fr-FR" sz="1400" b="0" u="none" strike="noStrike">
                <a:solidFill>
                  <a:srgbClr val="000000"/>
                </a:solidFill>
                <a:effectLst/>
                <a:uFillTx/>
                <a:latin typeface="Times New Roman"/>
              </a:defRPr>
            </a:lvl1pPr>
          </a:lstStyle>
          <a:p>
            <a:pPr indent="0" algn="ctr">
              <a:lnSpc>
                <a:spcPct val="100000"/>
              </a:lnSpc>
              <a:buNone/>
              <a:tabLst>
                <a:tab pos="0" algn="l"/>
              </a:tabLst>
            </a:pPr>
            <a:r>
              <a:rPr lang="fr-FR" sz="1400" b="0" u="none" strike="noStrike">
                <a:solidFill>
                  <a:srgbClr val="000000"/>
                </a:solidFill>
                <a:effectLst/>
                <a:uFillTx/>
                <a:latin typeface="Times New Roman"/>
              </a:rPr>
              <a:t>&lt;pied de page&gt;</a:t>
            </a:r>
            <a:endParaRPr lang="fr-FR" sz="1400" b="0" u="none" strike="noStrike">
              <a:solidFill>
                <a:srgbClr val="000000"/>
              </a:solidFill>
              <a:effectLst/>
              <a:uFillTx/>
              <a:latin typeface="Times New Roman"/>
            </a:endParaRPr>
          </a:p>
        </p:txBody>
      </p:sp>
      <p:sp>
        <p:nvSpPr>
          <p:cNvPr id="19" name="PlaceHolder 3"/>
          <p:cNvSpPr>
            <a:spLocks noGrp="1"/>
          </p:cNvSpPr>
          <p:nvPr>
            <p:ph type="sldNum" idx="12"/>
          </p:nvPr>
        </p:nvSpPr>
        <p:spPr>
          <a:xfrm>
            <a:off x="8610480" y="6356520"/>
            <a:ext cx="2742480" cy="36432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fr-MA" sz="1200" b="0" u="none" strike="noStrike">
                <a:solidFill>
                  <a:schemeClr val="dk1">
                    <a:tint val="75000"/>
                  </a:schemeClr>
                </a:solidFill>
                <a:effectLst/>
                <a:uFillTx/>
                <a:latin typeface="Avenir Next LT Pro"/>
              </a:defRPr>
            </a:lvl1pPr>
          </a:lstStyle>
          <a:p>
            <a:pPr indent="0" algn="r" defTabSz="914400">
              <a:lnSpc>
                <a:spcPct val="100000"/>
              </a:lnSpc>
              <a:buNone/>
              <a:tabLst>
                <a:tab pos="0" algn="l"/>
              </a:tabLst>
            </a:pPr>
            <a:fld id="{6FF87D0C-A3B5-49F2-A797-EEED6D0B096C}" type="slidenum">
              <a:rPr lang="fr-MA" sz="1200" b="0" u="none" strike="noStrike">
                <a:solidFill>
                  <a:schemeClr val="dk1">
                    <a:tint val="75000"/>
                  </a:schemeClr>
                </a:solidFill>
                <a:effectLst/>
                <a:uFillTx/>
                <a:latin typeface="Avenir Next LT Pro"/>
              </a:rPr>
              <a:t>&lt;numéro&gt;</a:t>
            </a:fld>
            <a:endParaRPr lang="fr-FR" sz="1200" b="0" u="none" strike="noStrike">
              <a:solidFill>
                <a:srgbClr val="000000"/>
              </a:solidFill>
              <a:effectLst/>
              <a:uFillTx/>
              <a:latin typeface="Times New Roman"/>
            </a:endParaRPr>
          </a:p>
        </p:txBody>
      </p:sp>
      <p:sp>
        <p:nvSpPr>
          <p:cNvPr id="20" name="PlaceHolder 4"/>
          <p:cNvSpPr>
            <a:spLocks noGrp="1"/>
          </p:cNvSpPr>
          <p:nvPr>
            <p:ph type="title"/>
          </p:nvPr>
        </p:nvSpPr>
        <p:spPr>
          <a:xfrm>
            <a:off x="609480" y="273600"/>
            <a:ext cx="10972080" cy="1144440"/>
          </a:xfrm>
          <a:prstGeom prst="rect">
            <a:avLst/>
          </a:prstGeom>
          <a:noFill/>
          <a:ln w="0">
            <a:noFill/>
          </a:ln>
        </p:spPr>
        <p:txBody>
          <a:bodyPr lIns="0" tIns="0" rIns="0" bIns="0" anchor="ctr">
            <a:noAutofit/>
          </a:bodyPr>
          <a:lstStyle>
            <a:lvl1pPr indent="0" algn="l" defTabSz="914400">
              <a:lnSpc>
                <a:spcPct val="90000"/>
              </a:lnSpc>
              <a:buNone/>
              <a:tabLst>
                <a:tab pos="0" algn="l"/>
              </a:tabLst>
              <a:defRPr lang="fr-FR" sz="4400" b="0" u="none" strike="noStrike">
                <a:solidFill>
                  <a:schemeClr val="dk1"/>
                </a:solidFill>
                <a:effectLst/>
                <a:uFillTx/>
                <a:latin typeface="Avenir Next LT Pro"/>
              </a:defRPr>
            </a:lvl1pPr>
          </a:lstStyle>
          <a:p>
            <a:pPr indent="0" algn="l" defTabSz="914400">
              <a:lnSpc>
                <a:spcPct val="90000"/>
              </a:lnSpc>
              <a:buNone/>
              <a:tabLst>
                <a:tab pos="0" algn="l"/>
              </a:tabLst>
            </a:pPr>
            <a:r>
              <a:rPr lang="fr-FR" sz="4400" b="0" u="none" strike="noStrike">
                <a:solidFill>
                  <a:schemeClr val="dk1"/>
                </a:solidFill>
                <a:effectLst/>
                <a:uFillTx/>
                <a:latin typeface="Avenir Next LT Pro"/>
              </a:rPr>
              <a:t>Cliquez pour éditer le format du texte-titre</a:t>
            </a:r>
            <a:endParaRPr lang="fr-FR" sz="4400" b="0" u="none" strike="noStrike">
              <a:solidFill>
                <a:schemeClr val="dk1"/>
              </a:solidFill>
              <a:effectLst/>
              <a:uFillTx/>
              <a:latin typeface="Avenir Next LT Pro"/>
            </a:endParaRPr>
          </a:p>
        </p:txBody>
      </p:sp>
      <p:sp>
        <p:nvSpPr>
          <p:cNvPr id="21" name="PlaceHolder 5"/>
          <p:cNvSpPr>
            <a:spLocks noGrp="1"/>
          </p:cNvSpPr>
          <p:nvPr>
            <p:ph type="body"/>
          </p:nvPr>
        </p:nvSpPr>
        <p:spPr>
          <a:xfrm>
            <a:off x="609480" y="1604520"/>
            <a:ext cx="10972080" cy="3976920"/>
          </a:xfrm>
          <a:prstGeom prst="rect">
            <a:avLst/>
          </a:prstGeom>
          <a:noFill/>
          <a:ln w="0">
            <a:noFill/>
          </a:ln>
        </p:spPr>
        <p:txBody>
          <a:bodyPr lIns="0" tIns="0" rIns="0" bIns="0" anchor="t">
            <a:normAutofit/>
          </a:bodyPr>
          <a:lstStyle>
            <a:lvl1pPr algn="l" defTabSz="914400">
              <a:lnSpc>
                <a:spcPct val="90000"/>
              </a:lnSpc>
              <a:spcBef>
                <a:spcPts val="1001"/>
              </a:spcBef>
              <a:buClr>
                <a:srgbClr val="000000"/>
              </a:buClr>
              <a:buFont typeface="Arial"/>
              <a:buChar char="•"/>
              <a:defRPr lang="fr-FR" sz="2800" b="0" u="none" strike="noStrike">
                <a:solidFill>
                  <a:schemeClr val="dk1"/>
                </a:solidFill>
                <a:effectLst/>
                <a:uFillTx/>
                <a:latin typeface="Avenir Next LT Pro"/>
              </a:defRPr>
            </a:lvl1pPr>
            <a:lvl2pPr lvl="1" algn="l" defTabSz="914400">
              <a:lnSpc>
                <a:spcPct val="90000"/>
              </a:lnSpc>
              <a:spcBef>
                <a:spcPts val="499"/>
              </a:spcBef>
              <a:buClr>
                <a:srgbClr val="000000"/>
              </a:buClr>
              <a:buSzPct val="75000"/>
              <a:buFont typeface="Symbol" charset="2"/>
              <a:buChar char=""/>
              <a:defRPr lang="fr-FR" sz="2400" b="0" u="none" strike="noStrike">
                <a:solidFill>
                  <a:schemeClr val="dk1"/>
                </a:solidFill>
                <a:effectLst/>
                <a:uFillTx/>
                <a:latin typeface="Avenir Next LT Pro"/>
              </a:defRPr>
            </a:lvl2pPr>
            <a:lvl3pPr lvl="2" algn="l" defTabSz="914400">
              <a:lnSpc>
                <a:spcPct val="90000"/>
              </a:lnSpc>
              <a:spcBef>
                <a:spcPts val="499"/>
              </a:spcBef>
              <a:buClr>
                <a:srgbClr val="000000"/>
              </a:buClr>
              <a:buSzPct val="45000"/>
              <a:buFont typeface="Wingdings" charset="2"/>
              <a:buChar char=""/>
              <a:defRPr lang="fr-FR" sz="2000" b="0" u="none" strike="noStrike">
                <a:solidFill>
                  <a:schemeClr val="dk1"/>
                </a:solidFill>
                <a:effectLst/>
                <a:uFillTx/>
                <a:latin typeface="Avenir Next LT Pro"/>
              </a:defRPr>
            </a:lvl3pPr>
            <a:lvl4pPr lvl="3" algn="l" defTabSz="914400">
              <a:lnSpc>
                <a:spcPct val="90000"/>
              </a:lnSpc>
              <a:spcBef>
                <a:spcPts val="499"/>
              </a:spcBef>
              <a:buClr>
                <a:srgbClr val="000000"/>
              </a:buClr>
              <a:buSzPct val="75000"/>
              <a:buFont typeface="Symbol" charset="2"/>
              <a:buChar char=""/>
              <a:defRPr lang="fr-FR" sz="1800" b="0" u="none" strike="noStrike">
                <a:solidFill>
                  <a:schemeClr val="dk1"/>
                </a:solidFill>
                <a:effectLst/>
                <a:uFillTx/>
                <a:latin typeface="Avenir Next LT Pro"/>
              </a:defRPr>
            </a:lvl4pPr>
            <a:lvl5pPr lvl="4" algn="l" defTabSz="914400">
              <a:lnSpc>
                <a:spcPct val="90000"/>
              </a:lnSpc>
              <a:spcBef>
                <a:spcPts val="499"/>
              </a:spcBef>
              <a:buClr>
                <a:srgbClr val="000000"/>
              </a:buClr>
              <a:buSzPct val="45000"/>
              <a:buFont typeface="Wingdings" charset="2"/>
              <a:buChar char=""/>
              <a:defRPr lang="fr-FR" sz="1800" b="0" u="none" strike="noStrike">
                <a:solidFill>
                  <a:schemeClr val="dk1"/>
                </a:solidFill>
                <a:effectLst/>
                <a:uFillTx/>
                <a:latin typeface="Avenir Next LT Pro"/>
              </a:defRPr>
            </a:lvl5pPr>
            <a:lvl6pPr lvl="5" algn="l" defTabSz="914400">
              <a:lnSpc>
                <a:spcPct val="90000"/>
              </a:lnSpc>
              <a:spcBef>
                <a:spcPts val="283"/>
              </a:spcBef>
              <a:buClr>
                <a:srgbClr val="000000"/>
              </a:buClr>
              <a:buSzPct val="45000"/>
              <a:buFont typeface="Wingdings" charset="2"/>
              <a:buChar char=""/>
              <a:defRPr lang="fr-FR" sz="2000" b="0" u="none" strike="noStrike">
                <a:solidFill>
                  <a:schemeClr val="dk1"/>
                </a:solidFill>
                <a:effectLst/>
                <a:uFillTx/>
                <a:latin typeface="Avenir Next LT Pro"/>
              </a:defRPr>
            </a:lvl6pPr>
            <a:lvl7pPr lvl="6" algn="l" defTabSz="914400">
              <a:lnSpc>
                <a:spcPct val="90000"/>
              </a:lnSpc>
              <a:spcBef>
                <a:spcPts val="283"/>
              </a:spcBef>
              <a:buClr>
                <a:srgbClr val="000000"/>
              </a:buClr>
              <a:buSzPct val="45000"/>
              <a:buFont typeface="Wingdings" charset="2"/>
              <a:buChar char=""/>
              <a:defRPr lang="fr-FR" sz="2000" b="0" u="none" strike="noStrike">
                <a:solidFill>
                  <a:schemeClr val="dk1"/>
                </a:solidFill>
                <a:effectLst/>
                <a:uFillTx/>
                <a:latin typeface="Avenir Next LT Pro"/>
              </a:defRPr>
            </a:lvl7pPr>
          </a:lstStyle>
          <a:p>
            <a:pPr marL="228600" indent="-228600" algn="l" defTabSz="914400">
              <a:lnSpc>
                <a:spcPct val="90000"/>
              </a:lnSpc>
              <a:spcBef>
                <a:spcPts val="1001"/>
              </a:spcBef>
              <a:buClr>
                <a:srgbClr val="000000"/>
              </a:buClr>
              <a:buFont typeface="Arial"/>
              <a:buChar char="•"/>
            </a:pPr>
            <a:r>
              <a:rPr lang="fr-FR" sz="2800" b="0" u="none" strike="noStrike">
                <a:solidFill>
                  <a:schemeClr val="dk1"/>
                </a:solidFill>
                <a:effectLst/>
                <a:uFillTx/>
                <a:latin typeface="Avenir Next LT Pro"/>
              </a:rPr>
              <a:t>Cliquez pour éditer le format du plan de texte</a:t>
            </a:r>
            <a:endParaRPr lang="fr-FR" sz="2800" b="0" u="none" strike="noStrike">
              <a:solidFill>
                <a:schemeClr val="dk1"/>
              </a:solidFill>
              <a:effectLst/>
              <a:uFillTx/>
              <a:latin typeface="Avenir Next LT Pro"/>
            </a:endParaRPr>
          </a:p>
          <a:p>
            <a:pPr marL="864000" lvl="1" indent="-324000" algn="l" defTabSz="914400">
              <a:lnSpc>
                <a:spcPct val="90000"/>
              </a:lnSpc>
              <a:spcBef>
                <a:spcPts val="499"/>
              </a:spcBef>
              <a:buClr>
                <a:srgbClr val="000000"/>
              </a:buClr>
              <a:buSzPct val="75000"/>
              <a:buFont typeface="Symbol" charset="2"/>
              <a:buChar char=""/>
            </a:pPr>
            <a:r>
              <a:rPr lang="fr-FR" sz="2400" b="0" u="none" strike="noStrike">
                <a:solidFill>
                  <a:schemeClr val="dk1"/>
                </a:solidFill>
                <a:effectLst/>
                <a:uFillTx/>
                <a:latin typeface="Avenir Next LT Pro"/>
              </a:rPr>
              <a:t>Second niveau de plan</a:t>
            </a:r>
            <a:endParaRPr lang="fr-FR" sz="2400" b="0" u="none" strike="noStrike">
              <a:solidFill>
                <a:schemeClr val="dk1"/>
              </a:solidFill>
              <a:effectLst/>
              <a:uFillTx/>
              <a:latin typeface="Avenir Next LT Pro"/>
            </a:endParaRPr>
          </a:p>
          <a:p>
            <a:pPr marL="1296000" lvl="2" indent="-288000" algn="l" defTabSz="914400">
              <a:lnSpc>
                <a:spcPct val="90000"/>
              </a:lnSpc>
              <a:spcBef>
                <a:spcPts val="499"/>
              </a:spcBef>
              <a:buClr>
                <a:srgbClr val="000000"/>
              </a:buClr>
              <a:buSzPct val="45000"/>
              <a:buFont typeface="Wingdings" charset="2"/>
              <a:buChar char=""/>
            </a:pPr>
            <a:r>
              <a:rPr lang="fr-FR" sz="2000" b="0" u="none" strike="noStrike">
                <a:solidFill>
                  <a:schemeClr val="dk1"/>
                </a:solidFill>
                <a:effectLst/>
                <a:uFillTx/>
                <a:latin typeface="Avenir Next LT Pro"/>
              </a:rPr>
              <a:t>Troisième niveau de plan</a:t>
            </a:r>
            <a:endParaRPr lang="fr-FR" sz="2000" b="0" u="none" strike="noStrike">
              <a:solidFill>
                <a:schemeClr val="dk1"/>
              </a:solidFill>
              <a:effectLst/>
              <a:uFillTx/>
              <a:latin typeface="Avenir Next LT Pro"/>
            </a:endParaRPr>
          </a:p>
          <a:p>
            <a:pPr marL="1728000" lvl="3" indent="-216000" algn="l" defTabSz="914400">
              <a:lnSpc>
                <a:spcPct val="90000"/>
              </a:lnSpc>
              <a:spcBef>
                <a:spcPts val="499"/>
              </a:spcBef>
              <a:buClr>
                <a:srgbClr val="000000"/>
              </a:buClr>
              <a:buSzPct val="75000"/>
              <a:buFont typeface="Symbol" charset="2"/>
              <a:buChar char=""/>
            </a:pPr>
            <a:r>
              <a:rPr lang="fr-FR" sz="1800" b="0" u="none" strike="noStrike">
                <a:solidFill>
                  <a:schemeClr val="dk1"/>
                </a:solidFill>
                <a:effectLst/>
                <a:uFillTx/>
                <a:latin typeface="Avenir Next LT Pro"/>
              </a:rPr>
              <a:t>Quatrième niveau de plan</a:t>
            </a:r>
            <a:endParaRPr lang="fr-FR" sz="1800" b="0" u="none" strike="noStrike">
              <a:solidFill>
                <a:schemeClr val="dk1"/>
              </a:solidFill>
              <a:effectLst/>
              <a:uFillTx/>
              <a:latin typeface="Avenir Next LT Pro"/>
            </a:endParaRPr>
          </a:p>
          <a:p>
            <a:pPr marL="2160000" lvl="4" indent="-216000" algn="l" defTabSz="914400">
              <a:lnSpc>
                <a:spcPct val="90000"/>
              </a:lnSpc>
              <a:spcBef>
                <a:spcPts val="499"/>
              </a:spcBef>
              <a:buClr>
                <a:srgbClr val="000000"/>
              </a:buClr>
              <a:buSzPct val="45000"/>
              <a:buFont typeface="Wingdings" charset="2"/>
              <a:buChar char=""/>
            </a:pPr>
            <a:r>
              <a:rPr lang="fr-FR" sz="1800" b="0" u="none" strike="noStrike">
                <a:solidFill>
                  <a:schemeClr val="dk1"/>
                </a:solidFill>
                <a:effectLst/>
                <a:uFillTx/>
                <a:latin typeface="Avenir Next LT Pro"/>
              </a:rPr>
              <a:t>Cinquième niveau de plan</a:t>
            </a:r>
            <a:endParaRPr lang="fr-FR" sz="1800" b="0" u="none" strike="noStrike">
              <a:solidFill>
                <a:schemeClr val="dk1"/>
              </a:solidFill>
              <a:effectLst/>
              <a:uFillTx/>
              <a:latin typeface="Avenir Next LT Pro"/>
            </a:endParaRPr>
          </a:p>
          <a:p>
            <a:pPr marL="2592000" lvl="5" indent="-216000" algn="l" defTabSz="914400">
              <a:lnSpc>
                <a:spcPct val="90000"/>
              </a:lnSpc>
              <a:spcBef>
                <a:spcPts val="283"/>
              </a:spcBef>
              <a:buClr>
                <a:srgbClr val="000000"/>
              </a:buClr>
              <a:buSzPct val="45000"/>
              <a:buFont typeface="Wingdings" charset="2"/>
              <a:buChar char=""/>
            </a:pPr>
            <a:r>
              <a:rPr lang="fr-FR" sz="2000" b="0" u="none" strike="noStrike">
                <a:solidFill>
                  <a:schemeClr val="dk1"/>
                </a:solidFill>
                <a:effectLst/>
                <a:uFillTx/>
                <a:latin typeface="Avenir Next LT Pro"/>
              </a:rPr>
              <a:t>Sixième niveau de plan</a:t>
            </a:r>
            <a:endParaRPr lang="fr-FR" sz="2000" b="0" u="none" strike="noStrike">
              <a:solidFill>
                <a:schemeClr val="dk1"/>
              </a:solidFill>
              <a:effectLst/>
              <a:uFillTx/>
              <a:latin typeface="Avenir Next LT Pro"/>
            </a:endParaRPr>
          </a:p>
          <a:p>
            <a:pPr marL="3024000" lvl="6" indent="-216000" algn="l" defTabSz="914400">
              <a:lnSpc>
                <a:spcPct val="90000"/>
              </a:lnSpc>
              <a:spcBef>
                <a:spcPts val="283"/>
              </a:spcBef>
              <a:buClr>
                <a:srgbClr val="000000"/>
              </a:buClr>
              <a:buSzPct val="45000"/>
              <a:buFont typeface="Wingdings" charset="2"/>
              <a:buChar char=""/>
            </a:pPr>
            <a:r>
              <a:rPr lang="fr-FR" sz="2000" b="0" u="none" strike="noStrike">
                <a:solidFill>
                  <a:schemeClr val="dk1"/>
                </a:solidFill>
                <a:effectLst/>
                <a:uFillTx/>
                <a:latin typeface="Avenir Next LT Pro"/>
              </a:rPr>
              <a:t>Septième niveau de plan</a:t>
            </a:r>
            <a:endParaRPr lang="fr-FR" sz="2000" b="0" u="none" strike="noStrike">
              <a:solidFill>
                <a:schemeClr val="dk1"/>
              </a:solidFill>
              <a:effectLst/>
              <a:uFillTx/>
              <a:latin typeface="Avenir Next LT Pro"/>
            </a:endParaRP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x" preserve="1">
  <p:cSld name="Titre et texte vertical">
    <p:bg>
      <p:bgPr>
        <a:solidFill>
          <a:srgbClr val="FFFFFF"/>
        </a:solidFill>
      </p:bgPr>
    </p:bg>
    <p:spTree>
      <p:nvGrpSpPr>
        <p:cNvPr id="1" name=""/>
        <p:cNvGrpSpPr/>
        <p:nvPr/>
      </p:nvGrpSpPr>
      <p:grpSpPr>
        <a:xfrm>
          <a:off x="0" y="0"/>
          <a:ext cx="0" cy="0"/>
          <a:chOff x="0" y="0"/>
          <a:chExt cx="0" cy="0"/>
        </a:xfrm>
      </p:grpSpPr>
      <p:sp>
        <p:nvSpPr>
          <p:cNvPr id="22" name="PlaceHolder 1"/>
          <p:cNvSpPr>
            <a:spLocks noGrp="1"/>
          </p:cNvSpPr>
          <p:nvPr>
            <p:ph type="title"/>
          </p:nvPr>
        </p:nvSpPr>
        <p:spPr>
          <a:xfrm>
            <a:off x="838080" y="365040"/>
            <a:ext cx="10514880" cy="1324800"/>
          </a:xfrm>
          <a:prstGeom prst="rect">
            <a:avLst/>
          </a:prstGeom>
          <a:noFill/>
          <a:ln w="0">
            <a:noFill/>
          </a:ln>
        </p:spPr>
        <p:txBody>
          <a:bodyPr lIns="91440" tIns="45720" rIns="91440" bIns="45720" anchor="ctr">
            <a:noAutofit/>
          </a:bodyPr>
          <a:lstStyle>
            <a:lvl1pPr indent="0" algn="l" defTabSz="914400">
              <a:lnSpc>
                <a:spcPct val="90000"/>
              </a:lnSpc>
              <a:buNone/>
              <a:tabLst>
                <a:tab pos="0" algn="l"/>
              </a:tabLst>
              <a:defRPr lang="fr-FR" sz="4400" b="0" u="none" strike="noStrike">
                <a:solidFill>
                  <a:schemeClr val="dk1"/>
                </a:solidFill>
                <a:effectLst/>
                <a:uFillTx/>
                <a:latin typeface="Avenir Next LT Pro"/>
              </a:defRPr>
            </a:lvl1pPr>
          </a:lstStyle>
          <a:p>
            <a:pPr indent="0" algn="l" defTabSz="914400">
              <a:lnSpc>
                <a:spcPct val="90000"/>
              </a:lnSpc>
              <a:buNone/>
              <a:tabLst>
                <a:tab pos="0" algn="l"/>
              </a:tabLst>
            </a:pPr>
            <a:r>
              <a:rPr lang="fr-FR" sz="4400" b="0" u="none" strike="noStrike">
                <a:solidFill>
                  <a:schemeClr val="dk1"/>
                </a:solidFill>
                <a:effectLst/>
                <a:uFillTx/>
                <a:latin typeface="Avenir Next LT Pro"/>
              </a:rPr>
              <a:t>Modifiez le style du titre</a:t>
            </a:r>
            <a:endParaRPr lang="fr-FR" sz="4400" b="0" u="none" strike="noStrike">
              <a:solidFill>
                <a:schemeClr val="dk1"/>
              </a:solidFill>
              <a:effectLst/>
              <a:uFillTx/>
              <a:latin typeface="Avenir Next LT Pro"/>
            </a:endParaRPr>
          </a:p>
        </p:txBody>
      </p:sp>
      <p:sp>
        <p:nvSpPr>
          <p:cNvPr id="23" name="PlaceHolder 2"/>
          <p:cNvSpPr>
            <a:spLocks noGrp="1"/>
          </p:cNvSpPr>
          <p:nvPr>
            <p:ph type="body"/>
          </p:nvPr>
        </p:nvSpPr>
        <p:spPr>
          <a:xfrm>
            <a:off x="838080" y="1825560"/>
            <a:ext cx="10514880" cy="4350600"/>
          </a:xfrm>
          <a:prstGeom prst="rect">
            <a:avLst/>
          </a:prstGeom>
          <a:noFill/>
          <a:ln w="0">
            <a:noFill/>
          </a:ln>
        </p:spPr>
        <p:txBody>
          <a:bodyPr lIns="91440" tIns="45720" rIns="91440" bIns="45720" anchor="t" vert="eaVert">
            <a:noAutofit/>
          </a:bodyPr>
          <a:lstStyle>
            <a:lvl1pPr algn="l" defTabSz="914400">
              <a:lnSpc>
                <a:spcPct val="90000"/>
              </a:lnSpc>
              <a:spcBef>
                <a:spcPts val="1001"/>
              </a:spcBef>
              <a:buClr>
                <a:srgbClr val="000000"/>
              </a:buClr>
              <a:buFont typeface="Arial"/>
              <a:buChar char="•"/>
              <a:defRPr lang="fr-FR" sz="2800" b="0" u="none" strike="noStrike">
                <a:solidFill>
                  <a:schemeClr val="dk1"/>
                </a:solidFill>
                <a:effectLst/>
                <a:uFillTx/>
                <a:latin typeface="Avenir Next LT Pro"/>
              </a:defRPr>
            </a:lvl1pPr>
            <a:lvl2pPr lvl="1" algn="l" defTabSz="914400">
              <a:lnSpc>
                <a:spcPct val="90000"/>
              </a:lnSpc>
              <a:spcBef>
                <a:spcPts val="499"/>
              </a:spcBef>
              <a:buClr>
                <a:srgbClr val="000000"/>
              </a:buClr>
              <a:buFont typeface="Arial"/>
              <a:buChar char="•"/>
              <a:defRPr lang="fr-FR" sz="2400" b="0" u="none" strike="noStrike">
                <a:solidFill>
                  <a:schemeClr val="dk1"/>
                </a:solidFill>
                <a:effectLst/>
                <a:uFillTx/>
                <a:latin typeface="Avenir Next LT Pro"/>
              </a:defRPr>
            </a:lvl2pPr>
            <a:lvl3pPr lvl="2" algn="l" defTabSz="914400">
              <a:lnSpc>
                <a:spcPct val="90000"/>
              </a:lnSpc>
              <a:spcBef>
                <a:spcPts val="499"/>
              </a:spcBef>
              <a:buClr>
                <a:srgbClr val="000000"/>
              </a:buClr>
              <a:buFont typeface="Arial"/>
              <a:buChar char="•"/>
              <a:defRPr lang="fr-FR" sz="2000" b="0" u="none" strike="noStrike">
                <a:solidFill>
                  <a:schemeClr val="dk1"/>
                </a:solidFill>
                <a:effectLst/>
                <a:uFillTx/>
                <a:latin typeface="Avenir Next LT Pro"/>
              </a:defRPr>
            </a:lvl3pPr>
            <a:lvl4pPr lvl="3" algn="l" defTabSz="914400">
              <a:lnSpc>
                <a:spcPct val="90000"/>
              </a:lnSpc>
              <a:spcBef>
                <a:spcPts val="499"/>
              </a:spcBef>
              <a:buClr>
                <a:srgbClr val="000000"/>
              </a:buClr>
              <a:buFont typeface="Arial"/>
              <a:buChar char="•"/>
              <a:defRPr lang="fr-FR" sz="1800" b="0" u="none" strike="noStrike">
                <a:solidFill>
                  <a:schemeClr val="dk1"/>
                </a:solidFill>
                <a:effectLst/>
                <a:uFillTx/>
                <a:latin typeface="Avenir Next LT Pro"/>
              </a:defRPr>
            </a:lvl4pPr>
            <a:lvl5pPr lvl="4" algn="l" defTabSz="914400">
              <a:lnSpc>
                <a:spcPct val="90000"/>
              </a:lnSpc>
              <a:spcBef>
                <a:spcPts val="499"/>
              </a:spcBef>
              <a:buClr>
                <a:srgbClr val="000000"/>
              </a:buClr>
              <a:buFont typeface="Arial"/>
              <a:buChar char="•"/>
              <a:defRPr lang="fr-FR" sz="1800" b="0" u="none" strike="noStrike">
                <a:solidFill>
                  <a:schemeClr val="dk1"/>
                </a:solidFill>
                <a:effectLst/>
                <a:uFillTx/>
                <a:latin typeface="Avenir Next LT Pro"/>
              </a:defRPr>
            </a:lvl5pPr>
          </a:lstStyle>
          <a:p>
            <a:pPr marL="228600" indent="-228600" algn="l" defTabSz="914400">
              <a:lnSpc>
                <a:spcPct val="90000"/>
              </a:lnSpc>
              <a:spcBef>
                <a:spcPts val="1001"/>
              </a:spcBef>
              <a:buClr>
                <a:srgbClr val="000000"/>
              </a:buClr>
              <a:buFont typeface="Arial"/>
              <a:buChar char="•"/>
            </a:pPr>
            <a:r>
              <a:rPr lang="fr-FR" sz="2800" b="0" u="none" strike="noStrike">
                <a:solidFill>
                  <a:schemeClr val="dk1"/>
                </a:solidFill>
                <a:effectLst/>
                <a:uFillTx/>
                <a:latin typeface="Avenir Next LT Pro"/>
              </a:rPr>
              <a:t>Cliquez pour modifier les styles du texte du masque</a:t>
            </a:r>
            <a:endParaRPr lang="fr-FR" sz="2800" b="0" u="none" strike="noStrike">
              <a:solidFill>
                <a:schemeClr val="dk1"/>
              </a:solidFill>
              <a:effectLst/>
              <a:uFillTx/>
              <a:latin typeface="Avenir Next LT Pro"/>
            </a:endParaRPr>
          </a:p>
          <a:p>
            <a:pPr marL="685800" lvl="1" indent="-228600" algn="l" defTabSz="914400">
              <a:lnSpc>
                <a:spcPct val="90000"/>
              </a:lnSpc>
              <a:spcBef>
                <a:spcPts val="499"/>
              </a:spcBef>
              <a:buClr>
                <a:srgbClr val="000000"/>
              </a:buClr>
              <a:buFont typeface="Arial"/>
              <a:buChar char="•"/>
            </a:pPr>
            <a:r>
              <a:rPr lang="fr-FR" sz="2400" b="0" u="none" strike="noStrike">
                <a:solidFill>
                  <a:schemeClr val="dk1"/>
                </a:solidFill>
                <a:effectLst/>
                <a:uFillTx/>
                <a:latin typeface="Avenir Next LT Pro"/>
              </a:rPr>
              <a:t>Deuxième niveau</a:t>
            </a:r>
            <a:endParaRPr lang="fr-FR" sz="2400" b="0" u="none" strike="noStrike">
              <a:solidFill>
                <a:schemeClr val="dk1"/>
              </a:solidFill>
              <a:effectLst/>
              <a:uFillTx/>
              <a:latin typeface="Avenir Next LT Pro"/>
            </a:endParaRPr>
          </a:p>
          <a:p>
            <a:pPr marL="1143000" lvl="2" indent="-228600" algn="l" defTabSz="914400">
              <a:lnSpc>
                <a:spcPct val="90000"/>
              </a:lnSpc>
              <a:spcBef>
                <a:spcPts val="499"/>
              </a:spcBef>
              <a:buClr>
                <a:srgbClr val="000000"/>
              </a:buClr>
              <a:buFont typeface="Arial"/>
              <a:buChar char="•"/>
            </a:pPr>
            <a:r>
              <a:rPr lang="fr-FR" sz="2000" b="0" u="none" strike="noStrike">
                <a:solidFill>
                  <a:schemeClr val="dk1"/>
                </a:solidFill>
                <a:effectLst/>
                <a:uFillTx/>
                <a:latin typeface="Avenir Next LT Pro"/>
              </a:rPr>
              <a:t>Troisième niveau</a:t>
            </a:r>
            <a:endParaRPr lang="fr-FR" sz="2000" b="0" u="none" strike="noStrike">
              <a:solidFill>
                <a:schemeClr val="dk1"/>
              </a:solidFill>
              <a:effectLst/>
              <a:uFillTx/>
              <a:latin typeface="Avenir Next LT Pro"/>
            </a:endParaRPr>
          </a:p>
          <a:p>
            <a:pPr marL="1600200" lvl="3" indent="-228600" algn="l" defTabSz="914400">
              <a:lnSpc>
                <a:spcPct val="90000"/>
              </a:lnSpc>
              <a:spcBef>
                <a:spcPts val="499"/>
              </a:spcBef>
              <a:buClr>
                <a:srgbClr val="000000"/>
              </a:buClr>
              <a:buFont typeface="Arial"/>
              <a:buChar char="•"/>
            </a:pPr>
            <a:r>
              <a:rPr lang="fr-FR" sz="1800" b="0" u="none" strike="noStrike">
                <a:solidFill>
                  <a:schemeClr val="dk1"/>
                </a:solidFill>
                <a:effectLst/>
                <a:uFillTx/>
                <a:latin typeface="Avenir Next LT Pro"/>
              </a:rPr>
              <a:t>Quatrième niveau</a:t>
            </a:r>
            <a:endParaRPr lang="fr-FR" sz="1800" b="0" u="none" strike="noStrike">
              <a:solidFill>
                <a:schemeClr val="dk1"/>
              </a:solidFill>
              <a:effectLst/>
              <a:uFillTx/>
              <a:latin typeface="Avenir Next LT Pro"/>
            </a:endParaRPr>
          </a:p>
          <a:p>
            <a:pPr marL="2057400" lvl="4" indent="-228600" algn="l" defTabSz="914400">
              <a:lnSpc>
                <a:spcPct val="90000"/>
              </a:lnSpc>
              <a:spcBef>
                <a:spcPts val="499"/>
              </a:spcBef>
              <a:buClr>
                <a:srgbClr val="000000"/>
              </a:buClr>
              <a:buFont typeface="Arial"/>
              <a:buChar char="•"/>
            </a:pPr>
            <a:r>
              <a:rPr lang="fr-FR" sz="1800" b="0" u="none" strike="noStrike">
                <a:solidFill>
                  <a:schemeClr val="dk1"/>
                </a:solidFill>
                <a:effectLst/>
                <a:uFillTx/>
                <a:latin typeface="Avenir Next LT Pro"/>
              </a:rPr>
              <a:t>Cinquième niveau</a:t>
            </a:r>
            <a:endParaRPr lang="fr-FR" sz="1800" b="0" u="none" strike="noStrike">
              <a:solidFill>
                <a:schemeClr val="dk1"/>
              </a:solidFill>
              <a:effectLst/>
              <a:uFillTx/>
              <a:latin typeface="Avenir Next LT Pro"/>
            </a:endParaRPr>
          </a:p>
        </p:txBody>
      </p:sp>
      <p:sp>
        <p:nvSpPr>
          <p:cNvPr id="24" name="PlaceHolder 3"/>
          <p:cNvSpPr>
            <a:spLocks noGrp="1"/>
          </p:cNvSpPr>
          <p:nvPr>
            <p:ph type="dt" idx="13"/>
          </p:nvPr>
        </p:nvSpPr>
        <p:spPr>
          <a:xfrm>
            <a:off x="838080" y="6356520"/>
            <a:ext cx="2742480" cy="364320"/>
          </a:xfrm>
          <a:prstGeom prst="rect">
            <a:avLst/>
          </a:prstGeom>
          <a:noFill/>
          <a:ln w="0">
            <a:noFill/>
          </a:ln>
        </p:spPr>
        <p:txBody>
          <a:bodyPr lIns="91440" tIns="45720" rIns="91440" bIns="45720" anchor="ctr">
            <a:noAutofit/>
          </a:bodyPr>
          <a:lstStyle>
            <a:lvl1pPr indent="0" algn="l" defTabSz="914400">
              <a:lnSpc>
                <a:spcPct val="100000"/>
              </a:lnSpc>
              <a:buNone/>
              <a:tabLst>
                <a:tab pos="0" algn="l"/>
              </a:tabLst>
              <a:defRPr lang="fr-MA" sz="1200" b="0" u="none" strike="noStrike">
                <a:solidFill>
                  <a:schemeClr val="dk1">
                    <a:tint val="75000"/>
                  </a:schemeClr>
                </a:solidFill>
                <a:effectLst/>
                <a:uFillTx/>
                <a:latin typeface="Avenir Next LT Pro"/>
              </a:defRPr>
            </a:lvl1pPr>
          </a:lstStyle>
          <a:p>
            <a:pPr indent="0" algn="l" defTabSz="914400">
              <a:lnSpc>
                <a:spcPct val="100000"/>
              </a:lnSpc>
              <a:buNone/>
              <a:tabLst>
                <a:tab pos="0" algn="l"/>
              </a:tabLst>
            </a:pPr>
            <a:r>
              <a:rPr lang="fr-MA" sz="1200" b="0" u="none" strike="noStrike">
                <a:solidFill>
                  <a:schemeClr val="dk1">
                    <a:tint val="75000"/>
                  </a:schemeClr>
                </a:solidFill>
                <a:effectLst/>
                <a:uFillTx/>
                <a:latin typeface="Avenir Next LT Pro"/>
              </a:rPr>
              <a:t>&lt;date/heure&gt;</a:t>
            </a:r>
            <a:endParaRPr lang="fr-FR" sz="1200" b="0" u="none" strike="noStrike">
              <a:solidFill>
                <a:srgbClr val="000000"/>
              </a:solidFill>
              <a:effectLst/>
              <a:uFillTx/>
              <a:latin typeface="Times New Roman"/>
            </a:endParaRPr>
          </a:p>
        </p:txBody>
      </p:sp>
      <p:sp>
        <p:nvSpPr>
          <p:cNvPr id="25" name="PlaceHolder 4"/>
          <p:cNvSpPr>
            <a:spLocks noGrp="1"/>
          </p:cNvSpPr>
          <p:nvPr>
            <p:ph type="ftr" idx="14"/>
          </p:nvPr>
        </p:nvSpPr>
        <p:spPr>
          <a:xfrm>
            <a:off x="4038480" y="6356520"/>
            <a:ext cx="4114080" cy="36432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fr-FR" sz="1400" b="0" u="none" strike="noStrike">
                <a:solidFill>
                  <a:srgbClr val="000000"/>
                </a:solidFill>
                <a:effectLst/>
                <a:uFillTx/>
                <a:latin typeface="Times New Roman"/>
              </a:defRPr>
            </a:lvl1pPr>
          </a:lstStyle>
          <a:p>
            <a:pPr indent="0" algn="ctr">
              <a:lnSpc>
                <a:spcPct val="100000"/>
              </a:lnSpc>
              <a:buNone/>
              <a:tabLst>
                <a:tab pos="0" algn="l"/>
              </a:tabLst>
            </a:pPr>
            <a:r>
              <a:rPr lang="fr-FR" sz="1400" b="0" u="none" strike="noStrike">
                <a:solidFill>
                  <a:srgbClr val="000000"/>
                </a:solidFill>
                <a:effectLst/>
                <a:uFillTx/>
                <a:latin typeface="Times New Roman"/>
              </a:rPr>
              <a:t>&lt;pied de page&gt;</a:t>
            </a:r>
            <a:endParaRPr lang="fr-FR" sz="1400" b="0" u="none" strike="noStrike">
              <a:solidFill>
                <a:srgbClr val="000000"/>
              </a:solidFill>
              <a:effectLst/>
              <a:uFillTx/>
              <a:latin typeface="Times New Roman"/>
            </a:endParaRPr>
          </a:p>
        </p:txBody>
      </p:sp>
      <p:sp>
        <p:nvSpPr>
          <p:cNvPr id="26" name="PlaceHolder 5"/>
          <p:cNvSpPr>
            <a:spLocks noGrp="1"/>
          </p:cNvSpPr>
          <p:nvPr>
            <p:ph type="sldNum" idx="15"/>
          </p:nvPr>
        </p:nvSpPr>
        <p:spPr>
          <a:xfrm>
            <a:off x="8610480" y="6356520"/>
            <a:ext cx="2742480" cy="36432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fr-MA" sz="1200" b="0" u="none" strike="noStrike">
                <a:solidFill>
                  <a:schemeClr val="dk1">
                    <a:tint val="75000"/>
                  </a:schemeClr>
                </a:solidFill>
                <a:effectLst/>
                <a:uFillTx/>
                <a:latin typeface="Avenir Next LT Pro"/>
              </a:defRPr>
            </a:lvl1pPr>
          </a:lstStyle>
          <a:p>
            <a:pPr indent="0" algn="r" defTabSz="914400">
              <a:lnSpc>
                <a:spcPct val="100000"/>
              </a:lnSpc>
              <a:buNone/>
              <a:tabLst>
                <a:tab pos="0" algn="l"/>
              </a:tabLst>
            </a:pPr>
            <a:fld id="{8CB480E6-E784-4742-AF2D-83DE215D024C}" type="slidenum">
              <a:rPr lang="fr-MA" sz="1200" b="0" u="none" strike="noStrike">
                <a:solidFill>
                  <a:schemeClr val="dk1">
                    <a:tint val="75000"/>
                  </a:schemeClr>
                </a:solidFill>
                <a:effectLst/>
                <a:uFillTx/>
                <a:latin typeface="Avenir Next LT Pro"/>
              </a:rPr>
              <a:t>&lt;numéro&gt;</a:t>
            </a:fld>
            <a:endParaRPr lang="fr-FR" sz="1200" b="0" u="none" strike="noStrike">
              <a:solidFill>
                <a:srgbClr val="000000"/>
              </a:solidFill>
              <a:effectLst/>
              <a:uFillTx/>
              <a:latin typeface="Times New Roman"/>
            </a:endParaRP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itleAndTx" preserve="1">
  <p:cSld name="Titre vertical et texte">
    <p:bg>
      <p:bgPr>
        <a:solidFill>
          <a:srgbClr val="FFFFFF"/>
        </a:solidFill>
      </p:bgPr>
    </p:bg>
    <p:spTree>
      <p:nvGrpSpPr>
        <p:cNvPr id="1" name=""/>
        <p:cNvGrpSpPr/>
        <p:nvPr/>
      </p:nvGrpSpPr>
      <p:grpSpPr>
        <a:xfrm>
          <a:off x="0" y="0"/>
          <a:ext cx="0" cy="0"/>
          <a:chOff x="0" y="0"/>
          <a:chExt cx="0" cy="0"/>
        </a:xfrm>
      </p:grpSpPr>
      <p:sp>
        <p:nvSpPr>
          <p:cNvPr id="27" name="PlaceHolder 1"/>
          <p:cNvSpPr>
            <a:spLocks noGrp="1"/>
          </p:cNvSpPr>
          <p:nvPr>
            <p:ph type="title"/>
          </p:nvPr>
        </p:nvSpPr>
        <p:spPr>
          <a:xfrm>
            <a:off x="8724960" y="365040"/>
            <a:ext cx="2628360" cy="5811120"/>
          </a:xfrm>
          <a:prstGeom prst="rect">
            <a:avLst/>
          </a:prstGeom>
          <a:noFill/>
          <a:ln w="0">
            <a:noFill/>
          </a:ln>
        </p:spPr>
        <p:txBody>
          <a:bodyPr lIns="91440" tIns="45720" rIns="91440" bIns="45720" anchor="ctr" vert="eaVert">
            <a:noAutofit/>
          </a:bodyPr>
          <a:lstStyle>
            <a:lvl1pPr indent="0" algn="l" defTabSz="914400">
              <a:lnSpc>
                <a:spcPct val="90000"/>
              </a:lnSpc>
              <a:buNone/>
              <a:tabLst>
                <a:tab pos="0" algn="l"/>
              </a:tabLst>
              <a:defRPr lang="fr-FR" sz="4400" b="0" u="none" strike="noStrike">
                <a:solidFill>
                  <a:schemeClr val="dk1"/>
                </a:solidFill>
                <a:effectLst/>
                <a:uFillTx/>
                <a:latin typeface="Avenir Next LT Pro"/>
              </a:defRPr>
            </a:lvl1pPr>
          </a:lstStyle>
          <a:p>
            <a:pPr indent="0" algn="l" defTabSz="914400">
              <a:lnSpc>
                <a:spcPct val="90000"/>
              </a:lnSpc>
              <a:buNone/>
              <a:tabLst>
                <a:tab pos="0" algn="l"/>
              </a:tabLst>
            </a:pPr>
            <a:r>
              <a:rPr lang="fr-FR" sz="4400" b="0" u="none" strike="noStrike">
                <a:solidFill>
                  <a:schemeClr val="dk1"/>
                </a:solidFill>
                <a:effectLst/>
                <a:uFillTx/>
                <a:latin typeface="Avenir Next LT Pro"/>
              </a:rPr>
              <a:t>Modifiez le style du titre</a:t>
            </a:r>
            <a:endParaRPr lang="fr-FR" sz="4400" b="0" u="none" strike="noStrike">
              <a:solidFill>
                <a:schemeClr val="dk1"/>
              </a:solidFill>
              <a:effectLst/>
              <a:uFillTx/>
              <a:latin typeface="Avenir Next LT Pro"/>
            </a:endParaRPr>
          </a:p>
        </p:txBody>
      </p:sp>
      <p:sp>
        <p:nvSpPr>
          <p:cNvPr id="28" name="PlaceHolder 2"/>
          <p:cNvSpPr>
            <a:spLocks noGrp="1"/>
          </p:cNvSpPr>
          <p:nvPr>
            <p:ph type="body"/>
          </p:nvPr>
        </p:nvSpPr>
        <p:spPr>
          <a:xfrm>
            <a:off x="838080" y="365040"/>
            <a:ext cx="7733520" cy="5811120"/>
          </a:xfrm>
          <a:prstGeom prst="rect">
            <a:avLst/>
          </a:prstGeom>
          <a:noFill/>
          <a:ln w="0">
            <a:noFill/>
          </a:ln>
        </p:spPr>
        <p:txBody>
          <a:bodyPr lIns="91440" tIns="45720" rIns="91440" bIns="45720" anchor="t" vert="eaVert">
            <a:noAutofit/>
          </a:bodyPr>
          <a:lstStyle>
            <a:lvl1pPr algn="l" defTabSz="914400">
              <a:lnSpc>
                <a:spcPct val="90000"/>
              </a:lnSpc>
              <a:spcBef>
                <a:spcPts val="1001"/>
              </a:spcBef>
              <a:buClr>
                <a:srgbClr val="000000"/>
              </a:buClr>
              <a:buFont typeface="Arial"/>
              <a:buChar char="•"/>
              <a:defRPr lang="fr-FR" sz="2800" b="0" u="none" strike="noStrike">
                <a:solidFill>
                  <a:schemeClr val="dk1"/>
                </a:solidFill>
                <a:effectLst/>
                <a:uFillTx/>
                <a:latin typeface="Avenir Next LT Pro"/>
              </a:defRPr>
            </a:lvl1pPr>
            <a:lvl2pPr lvl="1" algn="l" defTabSz="914400">
              <a:lnSpc>
                <a:spcPct val="90000"/>
              </a:lnSpc>
              <a:spcBef>
                <a:spcPts val="499"/>
              </a:spcBef>
              <a:buClr>
                <a:srgbClr val="000000"/>
              </a:buClr>
              <a:buFont typeface="Arial"/>
              <a:buChar char="•"/>
              <a:defRPr lang="fr-FR" sz="2400" b="0" u="none" strike="noStrike">
                <a:solidFill>
                  <a:schemeClr val="dk1"/>
                </a:solidFill>
                <a:effectLst/>
                <a:uFillTx/>
                <a:latin typeface="Avenir Next LT Pro"/>
              </a:defRPr>
            </a:lvl2pPr>
            <a:lvl3pPr lvl="2" algn="l" defTabSz="914400">
              <a:lnSpc>
                <a:spcPct val="90000"/>
              </a:lnSpc>
              <a:spcBef>
                <a:spcPts val="499"/>
              </a:spcBef>
              <a:buClr>
                <a:srgbClr val="000000"/>
              </a:buClr>
              <a:buFont typeface="Arial"/>
              <a:buChar char="•"/>
              <a:defRPr lang="fr-FR" sz="2000" b="0" u="none" strike="noStrike">
                <a:solidFill>
                  <a:schemeClr val="dk1"/>
                </a:solidFill>
                <a:effectLst/>
                <a:uFillTx/>
                <a:latin typeface="Avenir Next LT Pro"/>
              </a:defRPr>
            </a:lvl3pPr>
            <a:lvl4pPr lvl="3" algn="l" defTabSz="914400">
              <a:lnSpc>
                <a:spcPct val="90000"/>
              </a:lnSpc>
              <a:spcBef>
                <a:spcPts val="499"/>
              </a:spcBef>
              <a:buClr>
                <a:srgbClr val="000000"/>
              </a:buClr>
              <a:buFont typeface="Arial"/>
              <a:buChar char="•"/>
              <a:defRPr lang="fr-FR" sz="1800" b="0" u="none" strike="noStrike">
                <a:solidFill>
                  <a:schemeClr val="dk1"/>
                </a:solidFill>
                <a:effectLst/>
                <a:uFillTx/>
                <a:latin typeface="Avenir Next LT Pro"/>
              </a:defRPr>
            </a:lvl4pPr>
            <a:lvl5pPr lvl="4" algn="l" defTabSz="914400">
              <a:lnSpc>
                <a:spcPct val="90000"/>
              </a:lnSpc>
              <a:spcBef>
                <a:spcPts val="499"/>
              </a:spcBef>
              <a:buClr>
                <a:srgbClr val="000000"/>
              </a:buClr>
              <a:buFont typeface="Arial"/>
              <a:buChar char="•"/>
              <a:defRPr lang="fr-FR" sz="1800" b="0" u="none" strike="noStrike">
                <a:solidFill>
                  <a:schemeClr val="dk1"/>
                </a:solidFill>
                <a:effectLst/>
                <a:uFillTx/>
                <a:latin typeface="Avenir Next LT Pro"/>
              </a:defRPr>
            </a:lvl5pPr>
          </a:lstStyle>
          <a:p>
            <a:pPr marL="228600" indent="-228600" algn="l" defTabSz="914400">
              <a:lnSpc>
                <a:spcPct val="90000"/>
              </a:lnSpc>
              <a:spcBef>
                <a:spcPts val="1001"/>
              </a:spcBef>
              <a:buClr>
                <a:srgbClr val="000000"/>
              </a:buClr>
              <a:buFont typeface="Arial"/>
              <a:buChar char="•"/>
            </a:pPr>
            <a:r>
              <a:rPr lang="fr-FR" sz="2800" b="0" u="none" strike="noStrike">
                <a:solidFill>
                  <a:schemeClr val="dk1"/>
                </a:solidFill>
                <a:effectLst/>
                <a:uFillTx/>
                <a:latin typeface="Avenir Next LT Pro"/>
              </a:rPr>
              <a:t>Cliquez pour modifier les styles du texte du masque</a:t>
            </a:r>
            <a:endParaRPr lang="fr-FR" sz="2800" b="0" u="none" strike="noStrike">
              <a:solidFill>
                <a:schemeClr val="dk1"/>
              </a:solidFill>
              <a:effectLst/>
              <a:uFillTx/>
              <a:latin typeface="Avenir Next LT Pro"/>
            </a:endParaRPr>
          </a:p>
          <a:p>
            <a:pPr marL="685800" lvl="1" indent="-228600" algn="l" defTabSz="914400">
              <a:lnSpc>
                <a:spcPct val="90000"/>
              </a:lnSpc>
              <a:spcBef>
                <a:spcPts val="499"/>
              </a:spcBef>
              <a:buClr>
                <a:srgbClr val="000000"/>
              </a:buClr>
              <a:buFont typeface="Arial"/>
              <a:buChar char="•"/>
            </a:pPr>
            <a:r>
              <a:rPr lang="fr-FR" sz="2400" b="0" u="none" strike="noStrike">
                <a:solidFill>
                  <a:schemeClr val="dk1"/>
                </a:solidFill>
                <a:effectLst/>
                <a:uFillTx/>
                <a:latin typeface="Avenir Next LT Pro"/>
              </a:rPr>
              <a:t>Deuxième niveau</a:t>
            </a:r>
            <a:endParaRPr lang="fr-FR" sz="2400" b="0" u="none" strike="noStrike">
              <a:solidFill>
                <a:schemeClr val="dk1"/>
              </a:solidFill>
              <a:effectLst/>
              <a:uFillTx/>
              <a:latin typeface="Avenir Next LT Pro"/>
            </a:endParaRPr>
          </a:p>
          <a:p>
            <a:pPr marL="1143000" lvl="2" indent="-228600" algn="l" defTabSz="914400">
              <a:lnSpc>
                <a:spcPct val="90000"/>
              </a:lnSpc>
              <a:spcBef>
                <a:spcPts val="499"/>
              </a:spcBef>
              <a:buClr>
                <a:srgbClr val="000000"/>
              </a:buClr>
              <a:buFont typeface="Arial"/>
              <a:buChar char="•"/>
            </a:pPr>
            <a:r>
              <a:rPr lang="fr-FR" sz="2000" b="0" u="none" strike="noStrike">
                <a:solidFill>
                  <a:schemeClr val="dk1"/>
                </a:solidFill>
                <a:effectLst/>
                <a:uFillTx/>
                <a:latin typeface="Avenir Next LT Pro"/>
              </a:rPr>
              <a:t>Troisième niveau</a:t>
            </a:r>
            <a:endParaRPr lang="fr-FR" sz="2000" b="0" u="none" strike="noStrike">
              <a:solidFill>
                <a:schemeClr val="dk1"/>
              </a:solidFill>
              <a:effectLst/>
              <a:uFillTx/>
              <a:latin typeface="Avenir Next LT Pro"/>
            </a:endParaRPr>
          </a:p>
          <a:p>
            <a:pPr marL="1600200" lvl="3" indent="-228600" algn="l" defTabSz="914400">
              <a:lnSpc>
                <a:spcPct val="90000"/>
              </a:lnSpc>
              <a:spcBef>
                <a:spcPts val="499"/>
              </a:spcBef>
              <a:buClr>
                <a:srgbClr val="000000"/>
              </a:buClr>
              <a:buFont typeface="Arial"/>
              <a:buChar char="•"/>
            </a:pPr>
            <a:r>
              <a:rPr lang="fr-FR" sz="1800" b="0" u="none" strike="noStrike">
                <a:solidFill>
                  <a:schemeClr val="dk1"/>
                </a:solidFill>
                <a:effectLst/>
                <a:uFillTx/>
                <a:latin typeface="Avenir Next LT Pro"/>
              </a:rPr>
              <a:t>Quatrième niveau</a:t>
            </a:r>
            <a:endParaRPr lang="fr-FR" sz="1800" b="0" u="none" strike="noStrike">
              <a:solidFill>
                <a:schemeClr val="dk1"/>
              </a:solidFill>
              <a:effectLst/>
              <a:uFillTx/>
              <a:latin typeface="Avenir Next LT Pro"/>
            </a:endParaRPr>
          </a:p>
          <a:p>
            <a:pPr marL="2057400" lvl="4" indent="-228600" algn="l" defTabSz="914400">
              <a:lnSpc>
                <a:spcPct val="90000"/>
              </a:lnSpc>
              <a:spcBef>
                <a:spcPts val="499"/>
              </a:spcBef>
              <a:buClr>
                <a:srgbClr val="000000"/>
              </a:buClr>
              <a:buFont typeface="Arial"/>
              <a:buChar char="•"/>
            </a:pPr>
            <a:r>
              <a:rPr lang="fr-FR" sz="1800" b="0" u="none" strike="noStrike">
                <a:solidFill>
                  <a:schemeClr val="dk1"/>
                </a:solidFill>
                <a:effectLst/>
                <a:uFillTx/>
                <a:latin typeface="Avenir Next LT Pro"/>
              </a:rPr>
              <a:t>Cinquième niveau</a:t>
            </a:r>
            <a:endParaRPr lang="fr-FR" sz="1800" b="0" u="none" strike="noStrike">
              <a:solidFill>
                <a:schemeClr val="dk1"/>
              </a:solidFill>
              <a:effectLst/>
              <a:uFillTx/>
              <a:latin typeface="Avenir Next LT Pro"/>
            </a:endParaRPr>
          </a:p>
        </p:txBody>
      </p:sp>
      <p:sp>
        <p:nvSpPr>
          <p:cNvPr id="29" name="PlaceHolder 3"/>
          <p:cNvSpPr>
            <a:spLocks noGrp="1"/>
          </p:cNvSpPr>
          <p:nvPr>
            <p:ph type="dt" idx="16"/>
          </p:nvPr>
        </p:nvSpPr>
        <p:spPr>
          <a:xfrm>
            <a:off x="838080" y="6356520"/>
            <a:ext cx="2742480" cy="364320"/>
          </a:xfrm>
          <a:prstGeom prst="rect">
            <a:avLst/>
          </a:prstGeom>
          <a:noFill/>
          <a:ln w="0">
            <a:noFill/>
          </a:ln>
        </p:spPr>
        <p:txBody>
          <a:bodyPr lIns="91440" tIns="45720" rIns="91440" bIns="45720" anchor="ctr">
            <a:noAutofit/>
          </a:bodyPr>
          <a:lstStyle>
            <a:lvl1pPr indent="0" algn="l" defTabSz="914400">
              <a:lnSpc>
                <a:spcPct val="100000"/>
              </a:lnSpc>
              <a:buNone/>
              <a:tabLst>
                <a:tab pos="0" algn="l"/>
              </a:tabLst>
              <a:defRPr lang="fr-MA" sz="1200" b="0" u="none" strike="noStrike">
                <a:solidFill>
                  <a:schemeClr val="dk1">
                    <a:tint val="75000"/>
                  </a:schemeClr>
                </a:solidFill>
                <a:effectLst/>
                <a:uFillTx/>
                <a:latin typeface="Avenir Next LT Pro"/>
              </a:defRPr>
            </a:lvl1pPr>
          </a:lstStyle>
          <a:p>
            <a:pPr indent="0" algn="l" defTabSz="914400">
              <a:lnSpc>
                <a:spcPct val="100000"/>
              </a:lnSpc>
              <a:buNone/>
              <a:tabLst>
                <a:tab pos="0" algn="l"/>
              </a:tabLst>
            </a:pPr>
            <a:r>
              <a:rPr lang="fr-MA" sz="1200" b="0" u="none" strike="noStrike">
                <a:solidFill>
                  <a:schemeClr val="dk1">
                    <a:tint val="75000"/>
                  </a:schemeClr>
                </a:solidFill>
                <a:effectLst/>
                <a:uFillTx/>
                <a:latin typeface="Avenir Next LT Pro"/>
              </a:rPr>
              <a:t>&lt;date/heure&gt;</a:t>
            </a:r>
            <a:endParaRPr lang="fr-FR" sz="1200" b="0" u="none" strike="noStrike">
              <a:solidFill>
                <a:srgbClr val="000000"/>
              </a:solidFill>
              <a:effectLst/>
              <a:uFillTx/>
              <a:latin typeface="Times New Roman"/>
            </a:endParaRPr>
          </a:p>
        </p:txBody>
      </p:sp>
      <p:sp>
        <p:nvSpPr>
          <p:cNvPr id="30" name="PlaceHolder 4"/>
          <p:cNvSpPr>
            <a:spLocks noGrp="1"/>
          </p:cNvSpPr>
          <p:nvPr>
            <p:ph type="ftr" idx="17"/>
          </p:nvPr>
        </p:nvSpPr>
        <p:spPr>
          <a:xfrm>
            <a:off x="4038480" y="6356520"/>
            <a:ext cx="4114080" cy="36432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fr-FR" sz="1400" b="0" u="none" strike="noStrike">
                <a:solidFill>
                  <a:srgbClr val="000000"/>
                </a:solidFill>
                <a:effectLst/>
                <a:uFillTx/>
                <a:latin typeface="Times New Roman"/>
              </a:defRPr>
            </a:lvl1pPr>
          </a:lstStyle>
          <a:p>
            <a:pPr indent="0" algn="ctr">
              <a:lnSpc>
                <a:spcPct val="100000"/>
              </a:lnSpc>
              <a:buNone/>
              <a:tabLst>
                <a:tab pos="0" algn="l"/>
              </a:tabLst>
            </a:pPr>
            <a:r>
              <a:rPr lang="fr-FR" sz="1400" b="0" u="none" strike="noStrike">
                <a:solidFill>
                  <a:srgbClr val="000000"/>
                </a:solidFill>
                <a:effectLst/>
                <a:uFillTx/>
                <a:latin typeface="Times New Roman"/>
              </a:rPr>
              <a:t>&lt;pied de page&gt;</a:t>
            </a:r>
            <a:endParaRPr lang="fr-FR" sz="1400" b="0" u="none" strike="noStrike">
              <a:solidFill>
                <a:srgbClr val="000000"/>
              </a:solidFill>
              <a:effectLst/>
              <a:uFillTx/>
              <a:latin typeface="Times New Roman"/>
            </a:endParaRPr>
          </a:p>
        </p:txBody>
      </p:sp>
      <p:sp>
        <p:nvSpPr>
          <p:cNvPr id="31" name="PlaceHolder 5"/>
          <p:cNvSpPr>
            <a:spLocks noGrp="1"/>
          </p:cNvSpPr>
          <p:nvPr>
            <p:ph type="sldNum" idx="18"/>
          </p:nvPr>
        </p:nvSpPr>
        <p:spPr>
          <a:xfrm>
            <a:off x="8610480" y="6356520"/>
            <a:ext cx="2742480" cy="36432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fr-MA" sz="1200" b="0" u="none" strike="noStrike">
                <a:solidFill>
                  <a:schemeClr val="dk1">
                    <a:tint val="75000"/>
                  </a:schemeClr>
                </a:solidFill>
                <a:effectLst/>
                <a:uFillTx/>
                <a:latin typeface="Avenir Next LT Pro"/>
              </a:defRPr>
            </a:lvl1pPr>
          </a:lstStyle>
          <a:p>
            <a:pPr indent="0" algn="r" defTabSz="914400">
              <a:lnSpc>
                <a:spcPct val="100000"/>
              </a:lnSpc>
              <a:buNone/>
              <a:tabLst>
                <a:tab pos="0" algn="l"/>
              </a:tabLst>
            </a:pPr>
            <a:fld id="{4190C40D-CDA9-45EE-8072-C3F34A7A915C}" type="slidenum">
              <a:rPr lang="fr-MA" sz="1200" b="0" u="none" strike="noStrike">
                <a:solidFill>
                  <a:schemeClr val="dk1">
                    <a:tint val="75000"/>
                  </a:schemeClr>
                </a:solidFill>
                <a:effectLst/>
                <a:uFillTx/>
                <a:latin typeface="Avenir Next LT Pro"/>
              </a:rPr>
              <a:t>&lt;numéro&gt;</a:t>
            </a:fld>
            <a:endParaRPr lang="fr-FR" sz="1200" b="0" u="none" strike="noStrike">
              <a:solidFill>
                <a:srgbClr val="000000"/>
              </a:solidFill>
              <a:effectLst/>
              <a:uFillTx/>
              <a:latin typeface="Times New Roman"/>
            </a:endParaRP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re et contenu">
    <p:bg>
      <p:bgPr>
        <a:solidFill>
          <a:srgbClr val="FFFFFF"/>
        </a:solidFill>
      </p:bgPr>
    </p:bg>
    <p:spTree>
      <p:nvGrpSpPr>
        <p:cNvPr id="1" name=""/>
        <p:cNvGrpSpPr/>
        <p:nvPr/>
      </p:nvGrpSpPr>
      <p:grpSpPr>
        <a:xfrm>
          <a:off x="0" y="0"/>
          <a:ext cx="0" cy="0"/>
          <a:chOff x="0" y="0"/>
          <a:chExt cx="0" cy="0"/>
        </a:xfrm>
      </p:grpSpPr>
      <p:sp>
        <p:nvSpPr>
          <p:cNvPr id="32" name="PlaceHolder 1"/>
          <p:cNvSpPr>
            <a:spLocks noGrp="1"/>
          </p:cNvSpPr>
          <p:nvPr>
            <p:ph type="title"/>
          </p:nvPr>
        </p:nvSpPr>
        <p:spPr>
          <a:xfrm>
            <a:off x="609480" y="273600"/>
            <a:ext cx="10972080" cy="1144440"/>
          </a:xfrm>
          <a:prstGeom prst="rect">
            <a:avLst/>
          </a:prstGeom>
          <a:noFill/>
          <a:ln w="0">
            <a:noFill/>
          </a:ln>
        </p:spPr>
        <p:txBody>
          <a:bodyPr lIns="0" tIns="0" rIns="0" bIns="0" anchor="ctr">
            <a:noAutofit/>
          </a:bodyPr>
          <a:lstStyle>
            <a:lvl1pPr indent="0" algn="l" defTabSz="914400">
              <a:lnSpc>
                <a:spcPct val="90000"/>
              </a:lnSpc>
              <a:buNone/>
              <a:tabLst>
                <a:tab pos="0" algn="l"/>
              </a:tabLst>
              <a:defRPr lang="fr-FR" sz="4400" b="0" u="none" strike="noStrike">
                <a:solidFill>
                  <a:schemeClr val="dk1"/>
                </a:solidFill>
                <a:effectLst/>
                <a:uFillTx/>
                <a:latin typeface="Avenir Next LT Pro"/>
              </a:defRPr>
            </a:lvl1pPr>
          </a:lstStyle>
          <a:p>
            <a:pPr indent="0" algn="l" defTabSz="914400">
              <a:lnSpc>
                <a:spcPct val="90000"/>
              </a:lnSpc>
              <a:buNone/>
              <a:tabLst>
                <a:tab pos="0" algn="l"/>
              </a:tabLst>
            </a:pPr>
            <a:r>
              <a:rPr lang="fr-FR" sz="4400" b="0" u="none" strike="noStrike">
                <a:solidFill>
                  <a:schemeClr val="dk1"/>
                </a:solidFill>
                <a:effectLst/>
                <a:uFillTx/>
                <a:latin typeface="Avenir Next LT Pro"/>
              </a:rPr>
              <a:t>Cliquez pour éditer le format du texte-titre</a:t>
            </a:r>
            <a:endParaRPr lang="fr-FR" sz="4400" b="0" u="none" strike="noStrike">
              <a:solidFill>
                <a:schemeClr val="dk1"/>
              </a:solidFill>
              <a:effectLst/>
              <a:uFillTx/>
              <a:latin typeface="Avenir Next LT Pro"/>
            </a:endParaRPr>
          </a:p>
        </p:txBody>
      </p:sp>
      <p:sp>
        <p:nvSpPr>
          <p:cNvPr id="33" name="PlaceHolder 2"/>
          <p:cNvSpPr>
            <a:spLocks noGrp="1"/>
          </p:cNvSpPr>
          <p:nvPr>
            <p:ph type="body"/>
          </p:nvPr>
        </p:nvSpPr>
        <p:spPr>
          <a:xfrm>
            <a:off x="609480" y="1604520"/>
            <a:ext cx="10972080" cy="3976920"/>
          </a:xfrm>
          <a:prstGeom prst="rect">
            <a:avLst/>
          </a:prstGeom>
          <a:noFill/>
          <a:ln w="0">
            <a:noFill/>
          </a:ln>
        </p:spPr>
        <p:txBody>
          <a:bodyPr lIns="0" tIns="0" rIns="0" bIns="0" anchor="t">
            <a:normAutofit/>
          </a:bodyPr>
          <a:lstStyle>
            <a:lvl1pPr algn="l" defTabSz="914400">
              <a:lnSpc>
                <a:spcPct val="90000"/>
              </a:lnSpc>
              <a:spcBef>
                <a:spcPts val="1001"/>
              </a:spcBef>
              <a:buClr>
                <a:srgbClr val="000000"/>
              </a:buClr>
              <a:buFont typeface="Arial"/>
              <a:buChar char="•"/>
              <a:defRPr lang="fr-FR" sz="2800" b="0" u="none" strike="noStrike">
                <a:solidFill>
                  <a:schemeClr val="dk1"/>
                </a:solidFill>
                <a:effectLst/>
                <a:uFillTx/>
                <a:latin typeface="Avenir Next LT Pro"/>
              </a:defRPr>
            </a:lvl1pPr>
            <a:lvl2pPr lvl="1" algn="l" defTabSz="914400">
              <a:lnSpc>
                <a:spcPct val="90000"/>
              </a:lnSpc>
              <a:spcBef>
                <a:spcPts val="499"/>
              </a:spcBef>
              <a:buClr>
                <a:srgbClr val="000000"/>
              </a:buClr>
              <a:buSzPct val="75000"/>
              <a:buFont typeface="Symbol" charset="2"/>
              <a:buChar char=""/>
              <a:defRPr lang="fr-FR" sz="2400" b="0" u="none" strike="noStrike">
                <a:solidFill>
                  <a:schemeClr val="dk1"/>
                </a:solidFill>
                <a:effectLst/>
                <a:uFillTx/>
                <a:latin typeface="Avenir Next LT Pro"/>
              </a:defRPr>
            </a:lvl2pPr>
            <a:lvl3pPr lvl="2" algn="l" defTabSz="914400">
              <a:lnSpc>
                <a:spcPct val="90000"/>
              </a:lnSpc>
              <a:spcBef>
                <a:spcPts val="499"/>
              </a:spcBef>
              <a:buClr>
                <a:srgbClr val="000000"/>
              </a:buClr>
              <a:buSzPct val="45000"/>
              <a:buFont typeface="Wingdings" charset="2"/>
              <a:buChar char=""/>
              <a:defRPr lang="fr-FR" sz="2000" b="0" u="none" strike="noStrike">
                <a:solidFill>
                  <a:schemeClr val="dk1"/>
                </a:solidFill>
                <a:effectLst/>
                <a:uFillTx/>
                <a:latin typeface="Avenir Next LT Pro"/>
              </a:defRPr>
            </a:lvl3pPr>
            <a:lvl4pPr lvl="3" algn="l" defTabSz="914400">
              <a:lnSpc>
                <a:spcPct val="90000"/>
              </a:lnSpc>
              <a:spcBef>
                <a:spcPts val="499"/>
              </a:spcBef>
              <a:buClr>
                <a:srgbClr val="000000"/>
              </a:buClr>
              <a:buSzPct val="75000"/>
              <a:buFont typeface="Symbol" charset="2"/>
              <a:buChar char=""/>
              <a:defRPr lang="fr-FR" sz="1800" b="0" u="none" strike="noStrike">
                <a:solidFill>
                  <a:schemeClr val="dk1"/>
                </a:solidFill>
                <a:effectLst/>
                <a:uFillTx/>
                <a:latin typeface="Avenir Next LT Pro"/>
              </a:defRPr>
            </a:lvl4pPr>
            <a:lvl5pPr lvl="4" algn="l" defTabSz="914400">
              <a:lnSpc>
                <a:spcPct val="90000"/>
              </a:lnSpc>
              <a:spcBef>
                <a:spcPts val="499"/>
              </a:spcBef>
              <a:buClr>
                <a:srgbClr val="000000"/>
              </a:buClr>
              <a:buSzPct val="45000"/>
              <a:buFont typeface="Wingdings" charset="2"/>
              <a:buChar char=""/>
              <a:defRPr lang="fr-FR" sz="1800" b="0" u="none" strike="noStrike">
                <a:solidFill>
                  <a:schemeClr val="dk1"/>
                </a:solidFill>
                <a:effectLst/>
                <a:uFillTx/>
                <a:latin typeface="Avenir Next LT Pro"/>
              </a:defRPr>
            </a:lvl5pPr>
            <a:lvl6pPr lvl="5" algn="l" defTabSz="914400">
              <a:lnSpc>
                <a:spcPct val="90000"/>
              </a:lnSpc>
              <a:spcBef>
                <a:spcPts val="283"/>
              </a:spcBef>
              <a:buClr>
                <a:srgbClr val="000000"/>
              </a:buClr>
              <a:buSzPct val="45000"/>
              <a:buFont typeface="Wingdings" charset="2"/>
              <a:buChar char=""/>
              <a:defRPr lang="fr-FR" sz="2000" b="0" u="none" strike="noStrike">
                <a:solidFill>
                  <a:schemeClr val="dk1"/>
                </a:solidFill>
                <a:effectLst/>
                <a:uFillTx/>
                <a:latin typeface="Avenir Next LT Pro"/>
              </a:defRPr>
            </a:lvl6pPr>
            <a:lvl7pPr lvl="6" algn="l" defTabSz="914400">
              <a:lnSpc>
                <a:spcPct val="90000"/>
              </a:lnSpc>
              <a:spcBef>
                <a:spcPts val="283"/>
              </a:spcBef>
              <a:buClr>
                <a:srgbClr val="000000"/>
              </a:buClr>
              <a:buSzPct val="45000"/>
              <a:buFont typeface="Wingdings" charset="2"/>
              <a:buChar char=""/>
              <a:defRPr lang="fr-FR" sz="2000" b="0" u="none" strike="noStrike">
                <a:solidFill>
                  <a:schemeClr val="dk1"/>
                </a:solidFill>
                <a:effectLst/>
                <a:uFillTx/>
                <a:latin typeface="Avenir Next LT Pro"/>
              </a:defRPr>
            </a:lvl7pPr>
          </a:lstStyle>
          <a:p>
            <a:pPr marL="228600" indent="-228600" algn="l" defTabSz="914400">
              <a:lnSpc>
                <a:spcPct val="90000"/>
              </a:lnSpc>
              <a:spcBef>
                <a:spcPts val="1001"/>
              </a:spcBef>
              <a:buClr>
                <a:srgbClr val="000000"/>
              </a:buClr>
              <a:buFont typeface="Arial"/>
              <a:buChar char="•"/>
            </a:pPr>
            <a:r>
              <a:rPr lang="fr-FR" sz="2800" b="0" u="none" strike="noStrike">
                <a:solidFill>
                  <a:schemeClr val="dk1"/>
                </a:solidFill>
                <a:effectLst/>
                <a:uFillTx/>
                <a:latin typeface="Avenir Next LT Pro"/>
              </a:rPr>
              <a:t>Cliquez pour éditer le format du plan de texte</a:t>
            </a:r>
            <a:endParaRPr lang="fr-FR" sz="2800" b="0" u="none" strike="noStrike">
              <a:solidFill>
                <a:schemeClr val="dk1"/>
              </a:solidFill>
              <a:effectLst/>
              <a:uFillTx/>
              <a:latin typeface="Avenir Next LT Pro"/>
            </a:endParaRPr>
          </a:p>
          <a:p>
            <a:pPr marL="864000" lvl="1" indent="-324000" algn="l" defTabSz="914400">
              <a:lnSpc>
                <a:spcPct val="90000"/>
              </a:lnSpc>
              <a:spcBef>
                <a:spcPts val="499"/>
              </a:spcBef>
              <a:buClr>
                <a:srgbClr val="000000"/>
              </a:buClr>
              <a:buSzPct val="75000"/>
              <a:buFont typeface="Symbol" charset="2"/>
              <a:buChar char=""/>
            </a:pPr>
            <a:r>
              <a:rPr lang="fr-FR" sz="2400" b="0" u="none" strike="noStrike">
                <a:solidFill>
                  <a:schemeClr val="dk1"/>
                </a:solidFill>
                <a:effectLst/>
                <a:uFillTx/>
                <a:latin typeface="Avenir Next LT Pro"/>
              </a:rPr>
              <a:t>Second niveau de plan</a:t>
            </a:r>
            <a:endParaRPr lang="fr-FR" sz="2400" b="0" u="none" strike="noStrike">
              <a:solidFill>
                <a:schemeClr val="dk1"/>
              </a:solidFill>
              <a:effectLst/>
              <a:uFillTx/>
              <a:latin typeface="Avenir Next LT Pro"/>
            </a:endParaRPr>
          </a:p>
          <a:p>
            <a:pPr marL="1296000" lvl="2" indent="-288000" algn="l" defTabSz="914400">
              <a:lnSpc>
                <a:spcPct val="90000"/>
              </a:lnSpc>
              <a:spcBef>
                <a:spcPts val="499"/>
              </a:spcBef>
              <a:buClr>
                <a:srgbClr val="000000"/>
              </a:buClr>
              <a:buSzPct val="45000"/>
              <a:buFont typeface="Wingdings" charset="2"/>
              <a:buChar char=""/>
            </a:pPr>
            <a:r>
              <a:rPr lang="fr-FR" sz="2000" b="0" u="none" strike="noStrike">
                <a:solidFill>
                  <a:schemeClr val="dk1"/>
                </a:solidFill>
                <a:effectLst/>
                <a:uFillTx/>
                <a:latin typeface="Avenir Next LT Pro"/>
              </a:rPr>
              <a:t>Troisième niveau de plan</a:t>
            </a:r>
            <a:endParaRPr lang="fr-FR" sz="2000" b="0" u="none" strike="noStrike">
              <a:solidFill>
                <a:schemeClr val="dk1"/>
              </a:solidFill>
              <a:effectLst/>
              <a:uFillTx/>
              <a:latin typeface="Avenir Next LT Pro"/>
            </a:endParaRPr>
          </a:p>
          <a:p>
            <a:pPr marL="1728000" lvl="3" indent="-216000" algn="l" defTabSz="914400">
              <a:lnSpc>
                <a:spcPct val="90000"/>
              </a:lnSpc>
              <a:spcBef>
                <a:spcPts val="499"/>
              </a:spcBef>
              <a:buClr>
                <a:srgbClr val="000000"/>
              </a:buClr>
              <a:buSzPct val="75000"/>
              <a:buFont typeface="Symbol" charset="2"/>
              <a:buChar char=""/>
            </a:pPr>
            <a:r>
              <a:rPr lang="fr-FR" sz="1800" b="0" u="none" strike="noStrike">
                <a:solidFill>
                  <a:schemeClr val="dk1"/>
                </a:solidFill>
                <a:effectLst/>
                <a:uFillTx/>
                <a:latin typeface="Avenir Next LT Pro"/>
              </a:rPr>
              <a:t>Quatrième niveau de plan</a:t>
            </a:r>
            <a:endParaRPr lang="fr-FR" sz="1800" b="0" u="none" strike="noStrike">
              <a:solidFill>
                <a:schemeClr val="dk1"/>
              </a:solidFill>
              <a:effectLst/>
              <a:uFillTx/>
              <a:latin typeface="Avenir Next LT Pro"/>
            </a:endParaRPr>
          </a:p>
          <a:p>
            <a:pPr marL="2160000" lvl="4" indent="-216000" algn="l" defTabSz="914400">
              <a:lnSpc>
                <a:spcPct val="90000"/>
              </a:lnSpc>
              <a:spcBef>
                <a:spcPts val="499"/>
              </a:spcBef>
              <a:buClr>
                <a:srgbClr val="000000"/>
              </a:buClr>
              <a:buSzPct val="45000"/>
              <a:buFont typeface="Wingdings" charset="2"/>
              <a:buChar char=""/>
            </a:pPr>
            <a:r>
              <a:rPr lang="fr-FR" sz="1800" b="0" u="none" strike="noStrike">
                <a:solidFill>
                  <a:schemeClr val="dk1"/>
                </a:solidFill>
                <a:effectLst/>
                <a:uFillTx/>
                <a:latin typeface="Avenir Next LT Pro"/>
              </a:rPr>
              <a:t>Cinquième niveau de plan</a:t>
            </a:r>
            <a:endParaRPr lang="fr-FR" sz="1800" b="0" u="none" strike="noStrike">
              <a:solidFill>
                <a:schemeClr val="dk1"/>
              </a:solidFill>
              <a:effectLst/>
              <a:uFillTx/>
              <a:latin typeface="Avenir Next LT Pro"/>
            </a:endParaRPr>
          </a:p>
          <a:p>
            <a:pPr marL="2592000" lvl="5" indent="-216000" algn="l" defTabSz="914400">
              <a:lnSpc>
                <a:spcPct val="90000"/>
              </a:lnSpc>
              <a:spcBef>
                <a:spcPts val="283"/>
              </a:spcBef>
              <a:buClr>
                <a:srgbClr val="000000"/>
              </a:buClr>
              <a:buSzPct val="45000"/>
              <a:buFont typeface="Wingdings" charset="2"/>
              <a:buChar char=""/>
            </a:pPr>
            <a:r>
              <a:rPr lang="fr-FR" sz="2000" b="0" u="none" strike="noStrike">
                <a:solidFill>
                  <a:schemeClr val="dk1"/>
                </a:solidFill>
                <a:effectLst/>
                <a:uFillTx/>
                <a:latin typeface="Avenir Next LT Pro"/>
              </a:rPr>
              <a:t>Sixième niveau de plan</a:t>
            </a:r>
            <a:endParaRPr lang="fr-FR" sz="2000" b="0" u="none" strike="noStrike">
              <a:solidFill>
                <a:schemeClr val="dk1"/>
              </a:solidFill>
              <a:effectLst/>
              <a:uFillTx/>
              <a:latin typeface="Avenir Next LT Pro"/>
            </a:endParaRPr>
          </a:p>
          <a:p>
            <a:pPr marL="3024000" lvl="6" indent="-216000" algn="l" defTabSz="914400">
              <a:lnSpc>
                <a:spcPct val="90000"/>
              </a:lnSpc>
              <a:spcBef>
                <a:spcPts val="283"/>
              </a:spcBef>
              <a:buClr>
                <a:srgbClr val="000000"/>
              </a:buClr>
              <a:buSzPct val="45000"/>
              <a:buFont typeface="Wingdings" charset="2"/>
              <a:buChar char=""/>
            </a:pPr>
            <a:r>
              <a:rPr lang="fr-FR" sz="2000" b="0" u="none" strike="noStrike">
                <a:solidFill>
                  <a:schemeClr val="dk1"/>
                </a:solidFill>
                <a:effectLst/>
                <a:uFillTx/>
                <a:latin typeface="Avenir Next LT Pro"/>
              </a:rPr>
              <a:t>Septième niveau de plan</a:t>
            </a:r>
            <a:endParaRPr lang="fr-FR" sz="2000" b="0" u="none" strike="noStrike">
              <a:solidFill>
                <a:schemeClr val="dk1"/>
              </a:solidFill>
              <a:effectLst/>
              <a:uFillTx/>
              <a:latin typeface="Avenir Next LT Pro"/>
            </a:endParaRP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re de section">
    <p:bg>
      <p:bgPr>
        <a:solidFill>
          <a:srgbClr val="FFFFFF"/>
        </a:solidFill>
      </p:bgPr>
    </p:bg>
    <p:spTree>
      <p:nvGrpSpPr>
        <p:cNvPr id="1" name=""/>
        <p:cNvGrpSpPr/>
        <p:nvPr/>
      </p:nvGrpSpPr>
      <p:grpSpPr>
        <a:xfrm>
          <a:off x="0" y="0"/>
          <a:ext cx="0" cy="0"/>
          <a:chOff x="0" y="0"/>
          <a:chExt cx="0" cy="0"/>
        </a:xfrm>
      </p:grpSpPr>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Deux contenus">
    <p:bg>
      <p:bgPr>
        <a:solidFill>
          <a:srgbClr val="FFFFFF"/>
        </a:solidFill>
      </p:bgPr>
    </p:bg>
    <p:spTree>
      <p:nvGrpSpPr>
        <p:cNvPr id="1" name=""/>
        <p:cNvGrpSpPr/>
        <p:nvPr/>
      </p:nvGrpSpPr>
      <p:grpSpPr>
        <a:xfrm>
          <a:off x="0" y="0"/>
          <a:ext cx="0" cy="0"/>
          <a:chOff x="0" y="0"/>
          <a:chExt cx="0" cy="0"/>
        </a:xfrm>
      </p:grpSpPr>
      <p:sp>
        <p:nvSpPr>
          <p:cNvPr id="34" name="PlaceHolder 1"/>
          <p:cNvSpPr>
            <a:spLocks noGrp="1"/>
          </p:cNvSpPr>
          <p:nvPr>
            <p:ph type="title"/>
          </p:nvPr>
        </p:nvSpPr>
        <p:spPr>
          <a:xfrm>
            <a:off x="838080" y="365040"/>
            <a:ext cx="10514880" cy="1324800"/>
          </a:xfrm>
          <a:prstGeom prst="rect">
            <a:avLst/>
          </a:prstGeom>
          <a:noFill/>
          <a:ln w="0">
            <a:noFill/>
          </a:ln>
        </p:spPr>
        <p:txBody>
          <a:bodyPr lIns="91440" tIns="45720" rIns="91440" bIns="45720" anchor="ctr">
            <a:noAutofit/>
          </a:bodyPr>
          <a:lstStyle>
            <a:lvl1pPr indent="0" algn="l" defTabSz="914400">
              <a:lnSpc>
                <a:spcPct val="90000"/>
              </a:lnSpc>
              <a:buNone/>
              <a:tabLst>
                <a:tab pos="0" algn="l"/>
              </a:tabLst>
              <a:defRPr lang="fr-FR" sz="4400" b="0" u="none" strike="noStrike">
                <a:solidFill>
                  <a:schemeClr val="dk1"/>
                </a:solidFill>
                <a:effectLst/>
                <a:uFillTx/>
                <a:latin typeface="Avenir Next LT Pro"/>
              </a:defRPr>
            </a:lvl1pPr>
          </a:lstStyle>
          <a:p>
            <a:pPr indent="0" algn="l" defTabSz="914400">
              <a:lnSpc>
                <a:spcPct val="90000"/>
              </a:lnSpc>
              <a:buNone/>
              <a:tabLst>
                <a:tab pos="0" algn="l"/>
              </a:tabLst>
            </a:pPr>
            <a:r>
              <a:rPr lang="fr-FR" sz="4400" b="0" u="none" strike="noStrike">
                <a:solidFill>
                  <a:schemeClr val="dk1"/>
                </a:solidFill>
                <a:effectLst/>
                <a:uFillTx/>
                <a:latin typeface="Avenir Next LT Pro"/>
              </a:rPr>
              <a:t>Modifiez le style du titre</a:t>
            </a:r>
            <a:endParaRPr lang="fr-FR" sz="4400" b="0" u="none" strike="noStrike">
              <a:solidFill>
                <a:schemeClr val="dk1"/>
              </a:solidFill>
              <a:effectLst/>
              <a:uFillTx/>
              <a:latin typeface="Avenir Next LT Pro"/>
            </a:endParaRPr>
          </a:p>
        </p:txBody>
      </p:sp>
      <p:sp>
        <p:nvSpPr>
          <p:cNvPr id="35" name="PlaceHolder 2"/>
          <p:cNvSpPr>
            <a:spLocks noGrp="1"/>
          </p:cNvSpPr>
          <p:nvPr>
            <p:ph type="body"/>
          </p:nvPr>
        </p:nvSpPr>
        <p:spPr>
          <a:xfrm>
            <a:off x="838080" y="1825560"/>
            <a:ext cx="5180760" cy="4350600"/>
          </a:xfrm>
          <a:prstGeom prst="rect">
            <a:avLst/>
          </a:prstGeom>
          <a:noFill/>
          <a:ln w="0">
            <a:noFill/>
          </a:ln>
        </p:spPr>
        <p:txBody>
          <a:bodyPr lIns="91440" tIns="45720" rIns="91440" bIns="45720" anchor="t">
            <a:noAutofit/>
          </a:bodyPr>
          <a:lstStyle>
            <a:lvl1pPr algn="l" defTabSz="914400">
              <a:lnSpc>
                <a:spcPct val="90000"/>
              </a:lnSpc>
              <a:spcBef>
                <a:spcPts val="1001"/>
              </a:spcBef>
              <a:buClr>
                <a:srgbClr val="000000"/>
              </a:buClr>
              <a:buFont typeface="Arial"/>
              <a:buChar char="•"/>
              <a:defRPr lang="fr-FR" sz="2800" b="0" u="none" strike="noStrike">
                <a:solidFill>
                  <a:schemeClr val="dk1"/>
                </a:solidFill>
                <a:effectLst/>
                <a:uFillTx/>
                <a:latin typeface="Avenir Next LT Pro"/>
              </a:defRPr>
            </a:lvl1pPr>
            <a:lvl2pPr lvl="1" algn="l" defTabSz="914400">
              <a:lnSpc>
                <a:spcPct val="90000"/>
              </a:lnSpc>
              <a:spcBef>
                <a:spcPts val="499"/>
              </a:spcBef>
              <a:buClr>
                <a:srgbClr val="000000"/>
              </a:buClr>
              <a:buFont typeface="Arial"/>
              <a:buChar char="•"/>
              <a:defRPr lang="fr-FR" sz="2400" b="0" u="none" strike="noStrike">
                <a:solidFill>
                  <a:schemeClr val="dk1"/>
                </a:solidFill>
                <a:effectLst/>
                <a:uFillTx/>
                <a:latin typeface="Avenir Next LT Pro"/>
              </a:defRPr>
            </a:lvl2pPr>
            <a:lvl3pPr lvl="2" algn="l" defTabSz="914400">
              <a:lnSpc>
                <a:spcPct val="90000"/>
              </a:lnSpc>
              <a:spcBef>
                <a:spcPts val="499"/>
              </a:spcBef>
              <a:buClr>
                <a:srgbClr val="000000"/>
              </a:buClr>
              <a:buFont typeface="Arial"/>
              <a:buChar char="•"/>
              <a:defRPr lang="fr-FR" sz="2000" b="0" u="none" strike="noStrike">
                <a:solidFill>
                  <a:schemeClr val="dk1"/>
                </a:solidFill>
                <a:effectLst/>
                <a:uFillTx/>
                <a:latin typeface="Avenir Next LT Pro"/>
              </a:defRPr>
            </a:lvl3pPr>
            <a:lvl4pPr lvl="3" algn="l" defTabSz="914400">
              <a:lnSpc>
                <a:spcPct val="90000"/>
              </a:lnSpc>
              <a:spcBef>
                <a:spcPts val="499"/>
              </a:spcBef>
              <a:buClr>
                <a:srgbClr val="000000"/>
              </a:buClr>
              <a:buFont typeface="Arial"/>
              <a:buChar char="•"/>
              <a:defRPr lang="fr-FR" sz="1800" b="0" u="none" strike="noStrike">
                <a:solidFill>
                  <a:schemeClr val="dk1"/>
                </a:solidFill>
                <a:effectLst/>
                <a:uFillTx/>
                <a:latin typeface="Avenir Next LT Pro"/>
              </a:defRPr>
            </a:lvl4pPr>
            <a:lvl5pPr lvl="4" algn="l" defTabSz="914400">
              <a:lnSpc>
                <a:spcPct val="90000"/>
              </a:lnSpc>
              <a:spcBef>
                <a:spcPts val="499"/>
              </a:spcBef>
              <a:buClr>
                <a:srgbClr val="000000"/>
              </a:buClr>
              <a:buFont typeface="Arial"/>
              <a:buChar char="•"/>
              <a:defRPr lang="fr-FR" sz="1800" b="0" u="none" strike="noStrike">
                <a:solidFill>
                  <a:schemeClr val="dk1"/>
                </a:solidFill>
                <a:effectLst/>
                <a:uFillTx/>
                <a:latin typeface="Avenir Next LT Pro"/>
              </a:defRPr>
            </a:lvl5pPr>
          </a:lstStyle>
          <a:p>
            <a:pPr marL="228600" indent="-228600" algn="l" defTabSz="914400">
              <a:lnSpc>
                <a:spcPct val="90000"/>
              </a:lnSpc>
              <a:spcBef>
                <a:spcPts val="1001"/>
              </a:spcBef>
              <a:buClr>
                <a:srgbClr val="000000"/>
              </a:buClr>
              <a:buFont typeface="Arial"/>
              <a:buChar char="•"/>
            </a:pPr>
            <a:r>
              <a:rPr lang="fr-FR" sz="2800" b="0" u="none" strike="noStrike">
                <a:solidFill>
                  <a:schemeClr val="dk1"/>
                </a:solidFill>
                <a:effectLst/>
                <a:uFillTx/>
                <a:latin typeface="Avenir Next LT Pro"/>
              </a:rPr>
              <a:t>Cliquez pour modifier les styles du texte du masque</a:t>
            </a:r>
            <a:endParaRPr lang="fr-FR" sz="2800" b="0" u="none" strike="noStrike">
              <a:solidFill>
                <a:schemeClr val="dk1"/>
              </a:solidFill>
              <a:effectLst/>
              <a:uFillTx/>
              <a:latin typeface="Avenir Next LT Pro"/>
            </a:endParaRPr>
          </a:p>
          <a:p>
            <a:pPr marL="685800" lvl="1" indent="-228600" algn="l" defTabSz="914400">
              <a:lnSpc>
                <a:spcPct val="90000"/>
              </a:lnSpc>
              <a:spcBef>
                <a:spcPts val="499"/>
              </a:spcBef>
              <a:buClr>
                <a:srgbClr val="000000"/>
              </a:buClr>
              <a:buFont typeface="Arial"/>
              <a:buChar char="•"/>
            </a:pPr>
            <a:r>
              <a:rPr lang="fr-FR" sz="2400" b="0" u="none" strike="noStrike">
                <a:solidFill>
                  <a:schemeClr val="dk1"/>
                </a:solidFill>
                <a:effectLst/>
                <a:uFillTx/>
                <a:latin typeface="Avenir Next LT Pro"/>
              </a:rPr>
              <a:t>Deuxième niveau</a:t>
            </a:r>
            <a:endParaRPr lang="fr-FR" sz="2400" b="0" u="none" strike="noStrike">
              <a:solidFill>
                <a:schemeClr val="dk1"/>
              </a:solidFill>
              <a:effectLst/>
              <a:uFillTx/>
              <a:latin typeface="Avenir Next LT Pro"/>
            </a:endParaRPr>
          </a:p>
          <a:p>
            <a:pPr marL="1143000" lvl="2" indent="-228600" algn="l" defTabSz="914400">
              <a:lnSpc>
                <a:spcPct val="90000"/>
              </a:lnSpc>
              <a:spcBef>
                <a:spcPts val="499"/>
              </a:spcBef>
              <a:buClr>
                <a:srgbClr val="000000"/>
              </a:buClr>
              <a:buFont typeface="Arial"/>
              <a:buChar char="•"/>
            </a:pPr>
            <a:r>
              <a:rPr lang="fr-FR" sz="2000" b="0" u="none" strike="noStrike">
                <a:solidFill>
                  <a:schemeClr val="dk1"/>
                </a:solidFill>
                <a:effectLst/>
                <a:uFillTx/>
                <a:latin typeface="Avenir Next LT Pro"/>
              </a:rPr>
              <a:t>Troisième niveau</a:t>
            </a:r>
            <a:endParaRPr lang="fr-FR" sz="2000" b="0" u="none" strike="noStrike">
              <a:solidFill>
                <a:schemeClr val="dk1"/>
              </a:solidFill>
              <a:effectLst/>
              <a:uFillTx/>
              <a:latin typeface="Avenir Next LT Pro"/>
            </a:endParaRPr>
          </a:p>
          <a:p>
            <a:pPr marL="1600200" lvl="3" indent="-228600" algn="l" defTabSz="914400">
              <a:lnSpc>
                <a:spcPct val="90000"/>
              </a:lnSpc>
              <a:spcBef>
                <a:spcPts val="499"/>
              </a:spcBef>
              <a:buClr>
                <a:srgbClr val="000000"/>
              </a:buClr>
              <a:buFont typeface="Arial"/>
              <a:buChar char="•"/>
            </a:pPr>
            <a:r>
              <a:rPr lang="fr-FR" sz="1800" b="0" u="none" strike="noStrike">
                <a:solidFill>
                  <a:schemeClr val="dk1"/>
                </a:solidFill>
                <a:effectLst/>
                <a:uFillTx/>
                <a:latin typeface="Avenir Next LT Pro"/>
              </a:rPr>
              <a:t>Quatrième niveau</a:t>
            </a:r>
            <a:endParaRPr lang="fr-FR" sz="1800" b="0" u="none" strike="noStrike">
              <a:solidFill>
                <a:schemeClr val="dk1"/>
              </a:solidFill>
              <a:effectLst/>
              <a:uFillTx/>
              <a:latin typeface="Avenir Next LT Pro"/>
            </a:endParaRPr>
          </a:p>
          <a:p>
            <a:pPr marL="2057400" lvl="4" indent="-228600" algn="l" defTabSz="914400">
              <a:lnSpc>
                <a:spcPct val="90000"/>
              </a:lnSpc>
              <a:spcBef>
                <a:spcPts val="499"/>
              </a:spcBef>
              <a:buClr>
                <a:srgbClr val="000000"/>
              </a:buClr>
              <a:buFont typeface="Arial"/>
              <a:buChar char="•"/>
            </a:pPr>
            <a:r>
              <a:rPr lang="fr-FR" sz="1800" b="0" u="none" strike="noStrike">
                <a:solidFill>
                  <a:schemeClr val="dk1"/>
                </a:solidFill>
                <a:effectLst/>
                <a:uFillTx/>
                <a:latin typeface="Avenir Next LT Pro"/>
              </a:rPr>
              <a:t>Cinquième niveau</a:t>
            </a:r>
            <a:endParaRPr lang="fr-FR" sz="1800" b="0" u="none" strike="noStrike">
              <a:solidFill>
                <a:schemeClr val="dk1"/>
              </a:solidFill>
              <a:effectLst/>
              <a:uFillTx/>
              <a:latin typeface="Avenir Next LT Pro"/>
            </a:endParaRPr>
          </a:p>
        </p:txBody>
      </p:sp>
      <p:sp>
        <p:nvSpPr>
          <p:cNvPr id="36" name="PlaceHolder 3"/>
          <p:cNvSpPr>
            <a:spLocks noGrp="1"/>
          </p:cNvSpPr>
          <p:nvPr>
            <p:ph type="body"/>
          </p:nvPr>
        </p:nvSpPr>
        <p:spPr>
          <a:xfrm>
            <a:off x="6172200" y="1825560"/>
            <a:ext cx="5180760" cy="4350600"/>
          </a:xfrm>
          <a:prstGeom prst="rect">
            <a:avLst/>
          </a:prstGeom>
          <a:noFill/>
          <a:ln w="0">
            <a:noFill/>
          </a:ln>
        </p:spPr>
        <p:txBody>
          <a:bodyPr lIns="91440" tIns="45720" rIns="91440" bIns="45720" anchor="t">
            <a:noAutofit/>
          </a:bodyPr>
          <a:lstStyle>
            <a:lvl1pPr algn="l" defTabSz="914400">
              <a:lnSpc>
                <a:spcPct val="90000"/>
              </a:lnSpc>
              <a:spcBef>
                <a:spcPts val="1001"/>
              </a:spcBef>
              <a:buClr>
                <a:srgbClr val="000000"/>
              </a:buClr>
              <a:buFont typeface="Arial"/>
              <a:buChar char="•"/>
              <a:defRPr lang="fr-FR" sz="2800" b="0" u="none" strike="noStrike">
                <a:solidFill>
                  <a:schemeClr val="dk1"/>
                </a:solidFill>
                <a:effectLst/>
                <a:uFillTx/>
                <a:latin typeface="Avenir Next LT Pro"/>
              </a:defRPr>
            </a:lvl1pPr>
            <a:lvl2pPr lvl="1" algn="l" defTabSz="914400">
              <a:lnSpc>
                <a:spcPct val="90000"/>
              </a:lnSpc>
              <a:spcBef>
                <a:spcPts val="499"/>
              </a:spcBef>
              <a:buClr>
                <a:srgbClr val="000000"/>
              </a:buClr>
              <a:buFont typeface="Arial"/>
              <a:buChar char="•"/>
              <a:defRPr lang="fr-FR" sz="2400" b="0" u="none" strike="noStrike">
                <a:solidFill>
                  <a:schemeClr val="dk1"/>
                </a:solidFill>
                <a:effectLst/>
                <a:uFillTx/>
                <a:latin typeface="Avenir Next LT Pro"/>
              </a:defRPr>
            </a:lvl2pPr>
            <a:lvl3pPr lvl="2" algn="l" defTabSz="914400">
              <a:lnSpc>
                <a:spcPct val="90000"/>
              </a:lnSpc>
              <a:spcBef>
                <a:spcPts val="499"/>
              </a:spcBef>
              <a:buClr>
                <a:srgbClr val="000000"/>
              </a:buClr>
              <a:buFont typeface="Arial"/>
              <a:buChar char="•"/>
              <a:defRPr lang="fr-FR" sz="2000" b="0" u="none" strike="noStrike">
                <a:solidFill>
                  <a:schemeClr val="dk1"/>
                </a:solidFill>
                <a:effectLst/>
                <a:uFillTx/>
                <a:latin typeface="Avenir Next LT Pro"/>
              </a:defRPr>
            </a:lvl3pPr>
            <a:lvl4pPr lvl="3" algn="l" defTabSz="914400">
              <a:lnSpc>
                <a:spcPct val="90000"/>
              </a:lnSpc>
              <a:spcBef>
                <a:spcPts val="499"/>
              </a:spcBef>
              <a:buClr>
                <a:srgbClr val="000000"/>
              </a:buClr>
              <a:buFont typeface="Arial"/>
              <a:buChar char="•"/>
              <a:defRPr lang="fr-FR" sz="1800" b="0" u="none" strike="noStrike">
                <a:solidFill>
                  <a:schemeClr val="dk1"/>
                </a:solidFill>
                <a:effectLst/>
                <a:uFillTx/>
                <a:latin typeface="Avenir Next LT Pro"/>
              </a:defRPr>
            </a:lvl4pPr>
            <a:lvl5pPr lvl="4" algn="l" defTabSz="914400">
              <a:lnSpc>
                <a:spcPct val="90000"/>
              </a:lnSpc>
              <a:spcBef>
                <a:spcPts val="499"/>
              </a:spcBef>
              <a:buClr>
                <a:srgbClr val="000000"/>
              </a:buClr>
              <a:buFont typeface="Arial"/>
              <a:buChar char="•"/>
              <a:defRPr lang="fr-FR" sz="1800" b="0" u="none" strike="noStrike">
                <a:solidFill>
                  <a:schemeClr val="dk1"/>
                </a:solidFill>
                <a:effectLst/>
                <a:uFillTx/>
                <a:latin typeface="Avenir Next LT Pro"/>
              </a:defRPr>
            </a:lvl5pPr>
          </a:lstStyle>
          <a:p>
            <a:pPr marL="228600" indent="-228600" algn="l" defTabSz="914400">
              <a:lnSpc>
                <a:spcPct val="90000"/>
              </a:lnSpc>
              <a:spcBef>
                <a:spcPts val="1001"/>
              </a:spcBef>
              <a:buClr>
                <a:srgbClr val="000000"/>
              </a:buClr>
              <a:buFont typeface="Arial"/>
              <a:buChar char="•"/>
            </a:pPr>
            <a:r>
              <a:rPr lang="fr-FR" sz="2800" b="0" u="none" strike="noStrike">
                <a:solidFill>
                  <a:schemeClr val="dk1"/>
                </a:solidFill>
                <a:effectLst/>
                <a:uFillTx/>
                <a:latin typeface="Avenir Next LT Pro"/>
              </a:rPr>
              <a:t>Cliquez pour modifier les styles du texte du masque</a:t>
            </a:r>
            <a:endParaRPr lang="fr-FR" sz="2800" b="0" u="none" strike="noStrike">
              <a:solidFill>
                <a:schemeClr val="dk1"/>
              </a:solidFill>
              <a:effectLst/>
              <a:uFillTx/>
              <a:latin typeface="Avenir Next LT Pro"/>
            </a:endParaRPr>
          </a:p>
          <a:p>
            <a:pPr marL="685800" lvl="1" indent="-228600" algn="l" defTabSz="914400">
              <a:lnSpc>
                <a:spcPct val="90000"/>
              </a:lnSpc>
              <a:spcBef>
                <a:spcPts val="499"/>
              </a:spcBef>
              <a:buClr>
                <a:srgbClr val="000000"/>
              </a:buClr>
              <a:buFont typeface="Arial"/>
              <a:buChar char="•"/>
            </a:pPr>
            <a:r>
              <a:rPr lang="fr-FR" sz="2400" b="0" u="none" strike="noStrike">
                <a:solidFill>
                  <a:schemeClr val="dk1"/>
                </a:solidFill>
                <a:effectLst/>
                <a:uFillTx/>
                <a:latin typeface="Avenir Next LT Pro"/>
              </a:rPr>
              <a:t>Deuxième niveau</a:t>
            </a:r>
            <a:endParaRPr lang="fr-FR" sz="2400" b="0" u="none" strike="noStrike">
              <a:solidFill>
                <a:schemeClr val="dk1"/>
              </a:solidFill>
              <a:effectLst/>
              <a:uFillTx/>
              <a:latin typeface="Avenir Next LT Pro"/>
            </a:endParaRPr>
          </a:p>
          <a:p>
            <a:pPr marL="1143000" lvl="2" indent="-228600" algn="l" defTabSz="914400">
              <a:lnSpc>
                <a:spcPct val="90000"/>
              </a:lnSpc>
              <a:spcBef>
                <a:spcPts val="499"/>
              </a:spcBef>
              <a:buClr>
                <a:srgbClr val="000000"/>
              </a:buClr>
              <a:buFont typeface="Arial"/>
              <a:buChar char="•"/>
            </a:pPr>
            <a:r>
              <a:rPr lang="fr-FR" sz="2000" b="0" u="none" strike="noStrike">
                <a:solidFill>
                  <a:schemeClr val="dk1"/>
                </a:solidFill>
                <a:effectLst/>
                <a:uFillTx/>
                <a:latin typeface="Avenir Next LT Pro"/>
              </a:rPr>
              <a:t>Troisième niveau</a:t>
            </a:r>
            <a:endParaRPr lang="fr-FR" sz="2000" b="0" u="none" strike="noStrike">
              <a:solidFill>
                <a:schemeClr val="dk1"/>
              </a:solidFill>
              <a:effectLst/>
              <a:uFillTx/>
              <a:latin typeface="Avenir Next LT Pro"/>
            </a:endParaRPr>
          </a:p>
          <a:p>
            <a:pPr marL="1600200" lvl="3" indent="-228600" algn="l" defTabSz="914400">
              <a:lnSpc>
                <a:spcPct val="90000"/>
              </a:lnSpc>
              <a:spcBef>
                <a:spcPts val="499"/>
              </a:spcBef>
              <a:buClr>
                <a:srgbClr val="000000"/>
              </a:buClr>
              <a:buFont typeface="Arial"/>
              <a:buChar char="•"/>
            </a:pPr>
            <a:r>
              <a:rPr lang="fr-FR" sz="1800" b="0" u="none" strike="noStrike">
                <a:solidFill>
                  <a:schemeClr val="dk1"/>
                </a:solidFill>
                <a:effectLst/>
                <a:uFillTx/>
                <a:latin typeface="Avenir Next LT Pro"/>
              </a:rPr>
              <a:t>Quatrième niveau</a:t>
            </a:r>
            <a:endParaRPr lang="fr-FR" sz="1800" b="0" u="none" strike="noStrike">
              <a:solidFill>
                <a:schemeClr val="dk1"/>
              </a:solidFill>
              <a:effectLst/>
              <a:uFillTx/>
              <a:latin typeface="Avenir Next LT Pro"/>
            </a:endParaRPr>
          </a:p>
          <a:p>
            <a:pPr marL="2057400" lvl="4" indent="-228600" algn="l" defTabSz="914400">
              <a:lnSpc>
                <a:spcPct val="90000"/>
              </a:lnSpc>
              <a:spcBef>
                <a:spcPts val="499"/>
              </a:spcBef>
              <a:buClr>
                <a:srgbClr val="000000"/>
              </a:buClr>
              <a:buFont typeface="Arial"/>
              <a:buChar char="•"/>
            </a:pPr>
            <a:r>
              <a:rPr lang="fr-FR" sz="1800" b="0" u="none" strike="noStrike">
                <a:solidFill>
                  <a:schemeClr val="dk1"/>
                </a:solidFill>
                <a:effectLst/>
                <a:uFillTx/>
                <a:latin typeface="Avenir Next LT Pro"/>
              </a:rPr>
              <a:t>Cinquième niveau</a:t>
            </a:r>
            <a:endParaRPr lang="fr-FR" sz="1800" b="0" u="none" strike="noStrike">
              <a:solidFill>
                <a:schemeClr val="dk1"/>
              </a:solidFill>
              <a:effectLst/>
              <a:uFillTx/>
              <a:latin typeface="Avenir Next LT Pro"/>
            </a:endParaRPr>
          </a:p>
        </p:txBody>
      </p:sp>
      <p:sp>
        <p:nvSpPr>
          <p:cNvPr id="37" name="PlaceHolder 4"/>
          <p:cNvSpPr>
            <a:spLocks noGrp="1"/>
          </p:cNvSpPr>
          <p:nvPr>
            <p:ph type="dt" idx="19"/>
          </p:nvPr>
        </p:nvSpPr>
        <p:spPr>
          <a:xfrm>
            <a:off x="838080" y="6356520"/>
            <a:ext cx="2742480" cy="364320"/>
          </a:xfrm>
          <a:prstGeom prst="rect">
            <a:avLst/>
          </a:prstGeom>
          <a:noFill/>
          <a:ln w="0">
            <a:noFill/>
          </a:ln>
        </p:spPr>
        <p:txBody>
          <a:bodyPr lIns="91440" tIns="45720" rIns="91440" bIns="45720" anchor="ctr">
            <a:noAutofit/>
          </a:bodyPr>
          <a:lstStyle>
            <a:lvl1pPr indent="0" algn="l" defTabSz="914400">
              <a:lnSpc>
                <a:spcPct val="100000"/>
              </a:lnSpc>
              <a:buNone/>
              <a:tabLst>
                <a:tab pos="0" algn="l"/>
              </a:tabLst>
              <a:defRPr lang="fr-MA" sz="1200" b="0" u="none" strike="noStrike">
                <a:solidFill>
                  <a:schemeClr val="dk1">
                    <a:tint val="75000"/>
                  </a:schemeClr>
                </a:solidFill>
                <a:effectLst/>
                <a:uFillTx/>
                <a:latin typeface="Avenir Next LT Pro"/>
              </a:defRPr>
            </a:lvl1pPr>
          </a:lstStyle>
          <a:p>
            <a:pPr indent="0" algn="l" defTabSz="914400">
              <a:lnSpc>
                <a:spcPct val="100000"/>
              </a:lnSpc>
              <a:buNone/>
              <a:tabLst>
                <a:tab pos="0" algn="l"/>
              </a:tabLst>
            </a:pPr>
            <a:r>
              <a:rPr lang="fr-MA" sz="1200" b="0" u="none" strike="noStrike">
                <a:solidFill>
                  <a:schemeClr val="dk1">
                    <a:tint val="75000"/>
                  </a:schemeClr>
                </a:solidFill>
                <a:effectLst/>
                <a:uFillTx/>
                <a:latin typeface="Avenir Next LT Pro"/>
              </a:rPr>
              <a:t>&lt;date/heure&gt;</a:t>
            </a:r>
            <a:endParaRPr lang="fr-FR" sz="1200" b="0" u="none" strike="noStrike">
              <a:solidFill>
                <a:srgbClr val="000000"/>
              </a:solidFill>
              <a:effectLst/>
              <a:uFillTx/>
              <a:latin typeface="Times New Roman"/>
            </a:endParaRPr>
          </a:p>
        </p:txBody>
      </p:sp>
      <p:sp>
        <p:nvSpPr>
          <p:cNvPr id="38" name="PlaceHolder 5"/>
          <p:cNvSpPr>
            <a:spLocks noGrp="1"/>
          </p:cNvSpPr>
          <p:nvPr>
            <p:ph type="ftr" idx="20"/>
          </p:nvPr>
        </p:nvSpPr>
        <p:spPr>
          <a:xfrm>
            <a:off x="4038480" y="6356520"/>
            <a:ext cx="4114080" cy="36432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fr-FR" sz="1400" b="0" u="none" strike="noStrike">
                <a:solidFill>
                  <a:srgbClr val="000000"/>
                </a:solidFill>
                <a:effectLst/>
                <a:uFillTx/>
                <a:latin typeface="Times New Roman"/>
              </a:defRPr>
            </a:lvl1pPr>
          </a:lstStyle>
          <a:p>
            <a:pPr indent="0" algn="ctr">
              <a:lnSpc>
                <a:spcPct val="100000"/>
              </a:lnSpc>
              <a:buNone/>
              <a:tabLst>
                <a:tab pos="0" algn="l"/>
              </a:tabLst>
            </a:pPr>
            <a:r>
              <a:rPr lang="fr-FR" sz="1400" b="0" u="none" strike="noStrike">
                <a:solidFill>
                  <a:srgbClr val="000000"/>
                </a:solidFill>
                <a:effectLst/>
                <a:uFillTx/>
                <a:latin typeface="Times New Roman"/>
              </a:rPr>
              <a:t>&lt;pied de page&gt;</a:t>
            </a:r>
            <a:endParaRPr lang="fr-FR" sz="1400" b="0" u="none" strike="noStrike">
              <a:solidFill>
                <a:srgbClr val="000000"/>
              </a:solidFill>
              <a:effectLst/>
              <a:uFillTx/>
              <a:latin typeface="Times New Roman"/>
            </a:endParaRPr>
          </a:p>
        </p:txBody>
      </p:sp>
      <p:sp>
        <p:nvSpPr>
          <p:cNvPr id="39" name="PlaceHolder 6"/>
          <p:cNvSpPr>
            <a:spLocks noGrp="1"/>
          </p:cNvSpPr>
          <p:nvPr>
            <p:ph type="sldNum" idx="21"/>
          </p:nvPr>
        </p:nvSpPr>
        <p:spPr>
          <a:xfrm>
            <a:off x="8610480" y="6356520"/>
            <a:ext cx="2742480" cy="36432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fr-MA" sz="1200" b="0" u="none" strike="noStrike">
                <a:solidFill>
                  <a:schemeClr val="dk1">
                    <a:tint val="75000"/>
                  </a:schemeClr>
                </a:solidFill>
                <a:effectLst/>
                <a:uFillTx/>
                <a:latin typeface="Avenir Next LT Pro"/>
              </a:defRPr>
            </a:lvl1pPr>
          </a:lstStyle>
          <a:p>
            <a:pPr indent="0" algn="r" defTabSz="914400">
              <a:lnSpc>
                <a:spcPct val="100000"/>
              </a:lnSpc>
              <a:buNone/>
              <a:tabLst>
                <a:tab pos="0" algn="l"/>
              </a:tabLst>
            </a:pPr>
            <a:fld id="{1856EBC7-D193-42EA-B7C9-A7AE56110066}" type="slidenum">
              <a:rPr lang="fr-MA" sz="1200" b="0" u="none" strike="noStrike">
                <a:solidFill>
                  <a:schemeClr val="dk1">
                    <a:tint val="75000"/>
                  </a:schemeClr>
                </a:solidFill>
                <a:effectLst/>
                <a:uFillTx/>
                <a:latin typeface="Avenir Next LT Pro"/>
              </a:rPr>
              <a:t>&lt;numéro&gt;</a:t>
            </a:fld>
            <a:endParaRPr lang="fr-FR" sz="1200" b="0" u="none" strike="noStrike">
              <a:solidFill>
                <a:srgbClr val="000000"/>
              </a:solidFill>
              <a:effectLst/>
              <a:uFillTx/>
              <a:latin typeface="Times New Roman"/>
            </a:endParaRP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omparaison">
    <p:bg>
      <p:bgPr>
        <a:solidFill>
          <a:srgbClr val="FFFFFF"/>
        </a:solidFill>
      </p:bgPr>
    </p:bg>
    <p:spTree>
      <p:nvGrpSpPr>
        <p:cNvPr id="1" name=""/>
        <p:cNvGrpSpPr/>
        <p:nvPr/>
      </p:nvGrpSpPr>
      <p:grpSpPr>
        <a:xfrm>
          <a:off x="0" y="0"/>
          <a:ext cx="0" cy="0"/>
          <a:chOff x="0" y="0"/>
          <a:chExt cx="0" cy="0"/>
        </a:xfrm>
      </p:grpSpPr>
      <p:sp>
        <p:nvSpPr>
          <p:cNvPr id="40" name="PlaceHolder 1"/>
          <p:cNvSpPr>
            <a:spLocks noGrp="1"/>
          </p:cNvSpPr>
          <p:nvPr>
            <p:ph type="title"/>
          </p:nvPr>
        </p:nvSpPr>
        <p:spPr>
          <a:xfrm>
            <a:off x="839880" y="365040"/>
            <a:ext cx="10514880" cy="1324800"/>
          </a:xfrm>
          <a:prstGeom prst="rect">
            <a:avLst/>
          </a:prstGeom>
          <a:noFill/>
          <a:ln w="0">
            <a:noFill/>
          </a:ln>
        </p:spPr>
        <p:txBody>
          <a:bodyPr lIns="91440" tIns="45720" rIns="91440" bIns="45720" anchor="ctr">
            <a:noAutofit/>
          </a:bodyPr>
          <a:lstStyle>
            <a:lvl1pPr indent="0" algn="l" defTabSz="914400">
              <a:lnSpc>
                <a:spcPct val="90000"/>
              </a:lnSpc>
              <a:buNone/>
              <a:tabLst>
                <a:tab pos="0" algn="l"/>
              </a:tabLst>
              <a:defRPr lang="fr-FR" sz="4400" b="0" u="none" strike="noStrike">
                <a:solidFill>
                  <a:schemeClr val="dk1"/>
                </a:solidFill>
                <a:effectLst/>
                <a:uFillTx/>
                <a:latin typeface="Avenir Next LT Pro"/>
              </a:defRPr>
            </a:lvl1pPr>
          </a:lstStyle>
          <a:p>
            <a:pPr indent="0" algn="l" defTabSz="914400">
              <a:lnSpc>
                <a:spcPct val="90000"/>
              </a:lnSpc>
              <a:buNone/>
              <a:tabLst>
                <a:tab pos="0" algn="l"/>
              </a:tabLst>
            </a:pPr>
            <a:r>
              <a:rPr lang="fr-FR" sz="4400" b="0" u="none" strike="noStrike">
                <a:solidFill>
                  <a:schemeClr val="dk1"/>
                </a:solidFill>
                <a:effectLst/>
                <a:uFillTx/>
                <a:latin typeface="Avenir Next LT Pro"/>
              </a:rPr>
              <a:t>Modifiez le style du titre</a:t>
            </a:r>
            <a:endParaRPr lang="fr-FR" sz="4400" b="0" u="none" strike="noStrike">
              <a:solidFill>
                <a:schemeClr val="dk1"/>
              </a:solidFill>
              <a:effectLst/>
              <a:uFillTx/>
              <a:latin typeface="Avenir Next LT Pro"/>
            </a:endParaRPr>
          </a:p>
        </p:txBody>
      </p:sp>
      <p:sp>
        <p:nvSpPr>
          <p:cNvPr id="41" name="PlaceHolder 2"/>
          <p:cNvSpPr>
            <a:spLocks noGrp="1"/>
          </p:cNvSpPr>
          <p:nvPr>
            <p:ph type="body"/>
          </p:nvPr>
        </p:nvSpPr>
        <p:spPr>
          <a:xfrm>
            <a:off x="839880" y="1681200"/>
            <a:ext cx="5157000" cy="823320"/>
          </a:xfrm>
          <a:prstGeom prst="rect">
            <a:avLst/>
          </a:prstGeom>
          <a:noFill/>
          <a:ln w="0">
            <a:noFill/>
          </a:ln>
        </p:spPr>
        <p:txBody>
          <a:bodyPr lIns="91440" tIns="45720" rIns="91440" bIns="45720" anchor="b">
            <a:noAutofit/>
          </a:bodyPr>
          <a:lstStyle>
            <a:lvl1pPr indent="0" algn="l" defTabSz="914400">
              <a:lnSpc>
                <a:spcPct val="90000"/>
              </a:lnSpc>
              <a:spcBef>
                <a:spcPts val="1001"/>
              </a:spcBef>
              <a:buNone/>
              <a:tabLst>
                <a:tab pos="0" algn="l"/>
              </a:tabLst>
              <a:defRPr lang="fr-FR" sz="2400" b="1" u="none" strike="noStrike">
                <a:solidFill>
                  <a:schemeClr val="dk1"/>
                </a:solidFill>
                <a:effectLst/>
                <a:uFillTx/>
                <a:latin typeface="Avenir Next LT Pro"/>
              </a:defRPr>
            </a:lvl1pPr>
          </a:lstStyle>
          <a:p>
            <a:pPr indent="0" algn="l" defTabSz="914400">
              <a:lnSpc>
                <a:spcPct val="90000"/>
              </a:lnSpc>
              <a:spcBef>
                <a:spcPts val="1001"/>
              </a:spcBef>
              <a:buNone/>
              <a:tabLst>
                <a:tab pos="0" algn="l"/>
              </a:tabLst>
            </a:pPr>
            <a:r>
              <a:rPr lang="fr-FR" sz="2400" b="1" u="none" strike="noStrike">
                <a:solidFill>
                  <a:schemeClr val="dk1"/>
                </a:solidFill>
                <a:effectLst/>
                <a:uFillTx/>
                <a:latin typeface="Avenir Next LT Pro"/>
              </a:rPr>
              <a:t>Cliquez pour modifier les styles du texte du masque</a:t>
            </a:r>
            <a:endParaRPr lang="fr-FR" sz="2400" b="0" u="none" strike="noStrike">
              <a:solidFill>
                <a:schemeClr val="dk1"/>
              </a:solidFill>
              <a:effectLst/>
              <a:uFillTx/>
              <a:latin typeface="Avenir Next LT Pro"/>
            </a:endParaRPr>
          </a:p>
        </p:txBody>
      </p:sp>
      <p:sp>
        <p:nvSpPr>
          <p:cNvPr id="42" name="PlaceHolder 3"/>
          <p:cNvSpPr>
            <a:spLocks noGrp="1"/>
          </p:cNvSpPr>
          <p:nvPr>
            <p:ph type="body"/>
          </p:nvPr>
        </p:nvSpPr>
        <p:spPr>
          <a:xfrm>
            <a:off x="839880" y="2505240"/>
            <a:ext cx="5157000" cy="3683880"/>
          </a:xfrm>
          <a:prstGeom prst="rect">
            <a:avLst/>
          </a:prstGeom>
          <a:noFill/>
          <a:ln w="0">
            <a:noFill/>
          </a:ln>
        </p:spPr>
        <p:txBody>
          <a:bodyPr lIns="91440" tIns="45720" rIns="91440" bIns="45720" anchor="t">
            <a:noAutofit/>
          </a:bodyPr>
          <a:lstStyle>
            <a:lvl1pPr algn="l" defTabSz="914400">
              <a:lnSpc>
                <a:spcPct val="90000"/>
              </a:lnSpc>
              <a:spcBef>
                <a:spcPts val="1001"/>
              </a:spcBef>
              <a:buClr>
                <a:srgbClr val="000000"/>
              </a:buClr>
              <a:buFont typeface="Arial"/>
              <a:buChar char="•"/>
              <a:tabLst>
                <a:tab pos="0" algn="l"/>
              </a:tabLst>
              <a:defRPr lang="fr-FR" sz="2800" b="0" u="none" strike="noStrike">
                <a:solidFill>
                  <a:schemeClr val="dk1"/>
                </a:solidFill>
                <a:effectLst/>
                <a:uFillTx/>
                <a:latin typeface="Avenir Next LT Pro"/>
              </a:defRPr>
            </a:lvl1pPr>
            <a:lvl2pPr lvl="1" algn="l" defTabSz="914400">
              <a:lnSpc>
                <a:spcPct val="90000"/>
              </a:lnSpc>
              <a:spcBef>
                <a:spcPts val="499"/>
              </a:spcBef>
              <a:buClr>
                <a:srgbClr val="000000"/>
              </a:buClr>
              <a:buFont typeface="Arial"/>
              <a:buChar char="•"/>
              <a:tabLst>
                <a:tab pos="0" algn="l"/>
              </a:tabLst>
              <a:defRPr lang="fr-FR" sz="2400" b="0" u="none" strike="noStrike">
                <a:solidFill>
                  <a:schemeClr val="dk1"/>
                </a:solidFill>
                <a:effectLst/>
                <a:uFillTx/>
                <a:latin typeface="Avenir Next LT Pro"/>
              </a:defRPr>
            </a:lvl2pPr>
            <a:lvl3pPr lvl="2" algn="l" defTabSz="914400">
              <a:lnSpc>
                <a:spcPct val="90000"/>
              </a:lnSpc>
              <a:spcBef>
                <a:spcPts val="499"/>
              </a:spcBef>
              <a:buClr>
                <a:srgbClr val="000000"/>
              </a:buClr>
              <a:buFont typeface="Arial"/>
              <a:buChar char="•"/>
              <a:tabLst>
                <a:tab pos="0" algn="l"/>
              </a:tabLst>
              <a:defRPr lang="fr-FR" sz="2000" b="0" u="none" strike="noStrike">
                <a:solidFill>
                  <a:schemeClr val="dk1"/>
                </a:solidFill>
                <a:effectLst/>
                <a:uFillTx/>
                <a:latin typeface="Avenir Next LT Pro"/>
              </a:defRPr>
            </a:lvl3pPr>
            <a:lvl4pPr lvl="3" algn="l" defTabSz="914400">
              <a:lnSpc>
                <a:spcPct val="90000"/>
              </a:lnSpc>
              <a:spcBef>
                <a:spcPts val="499"/>
              </a:spcBef>
              <a:buClr>
                <a:srgbClr val="000000"/>
              </a:buClr>
              <a:buFont typeface="Arial"/>
              <a:buChar char="•"/>
              <a:tabLst>
                <a:tab pos="0" algn="l"/>
              </a:tabLst>
              <a:defRPr lang="fr-FR" sz="1800" b="0" u="none" strike="noStrike">
                <a:solidFill>
                  <a:schemeClr val="dk1"/>
                </a:solidFill>
                <a:effectLst/>
                <a:uFillTx/>
                <a:latin typeface="Avenir Next LT Pro"/>
              </a:defRPr>
            </a:lvl4pPr>
            <a:lvl5pPr lvl="4" algn="l" defTabSz="914400">
              <a:lnSpc>
                <a:spcPct val="90000"/>
              </a:lnSpc>
              <a:spcBef>
                <a:spcPts val="499"/>
              </a:spcBef>
              <a:buClr>
                <a:srgbClr val="000000"/>
              </a:buClr>
              <a:buFont typeface="Arial"/>
              <a:buChar char="•"/>
              <a:tabLst>
                <a:tab pos="0" algn="l"/>
              </a:tabLst>
              <a:defRPr lang="fr-FR" sz="1800" b="0" u="none" strike="noStrike">
                <a:solidFill>
                  <a:schemeClr val="dk1"/>
                </a:solidFill>
                <a:effectLst/>
                <a:uFillTx/>
                <a:latin typeface="Avenir Next LT Pro"/>
              </a:defRPr>
            </a:lvl5pPr>
          </a:lstStyle>
          <a:p>
            <a:pPr marL="228600" indent="-228600" algn="l" defTabSz="914400">
              <a:lnSpc>
                <a:spcPct val="90000"/>
              </a:lnSpc>
              <a:spcBef>
                <a:spcPts val="1001"/>
              </a:spcBef>
              <a:buClr>
                <a:srgbClr val="000000"/>
              </a:buClr>
              <a:buFont typeface="Arial"/>
              <a:buChar char="•"/>
              <a:tabLst>
                <a:tab pos="0" algn="l"/>
              </a:tabLst>
            </a:pPr>
            <a:r>
              <a:rPr lang="fr-FR" sz="2800" b="0" u="none" strike="noStrike">
                <a:solidFill>
                  <a:schemeClr val="dk1"/>
                </a:solidFill>
                <a:effectLst/>
                <a:uFillTx/>
                <a:latin typeface="Avenir Next LT Pro"/>
              </a:rPr>
              <a:t>Cliquez pour modifier les styles du texte du masque</a:t>
            </a:r>
            <a:endParaRPr lang="fr-FR" sz="2800" b="0" u="none" strike="noStrike">
              <a:solidFill>
                <a:schemeClr val="dk1"/>
              </a:solidFill>
              <a:effectLst/>
              <a:uFillTx/>
              <a:latin typeface="Avenir Next LT Pro"/>
            </a:endParaRPr>
          </a:p>
          <a:p>
            <a:pPr marL="685800" lvl="1" indent="-228600" algn="l" defTabSz="914400">
              <a:lnSpc>
                <a:spcPct val="90000"/>
              </a:lnSpc>
              <a:spcBef>
                <a:spcPts val="499"/>
              </a:spcBef>
              <a:buClr>
                <a:srgbClr val="000000"/>
              </a:buClr>
              <a:buFont typeface="Arial"/>
              <a:buChar char="•"/>
              <a:tabLst>
                <a:tab pos="0" algn="l"/>
              </a:tabLst>
            </a:pPr>
            <a:r>
              <a:rPr lang="fr-FR" sz="2400" b="0" u="none" strike="noStrike">
                <a:solidFill>
                  <a:schemeClr val="dk1"/>
                </a:solidFill>
                <a:effectLst/>
                <a:uFillTx/>
                <a:latin typeface="Avenir Next LT Pro"/>
              </a:rPr>
              <a:t>Deuxième niveau</a:t>
            </a:r>
            <a:endParaRPr lang="fr-FR" sz="2400" b="0" u="none" strike="noStrike">
              <a:solidFill>
                <a:schemeClr val="dk1"/>
              </a:solidFill>
              <a:effectLst/>
              <a:uFillTx/>
              <a:latin typeface="Avenir Next LT Pro"/>
            </a:endParaRPr>
          </a:p>
          <a:p>
            <a:pPr marL="1143000" lvl="2" indent="-228600" algn="l" defTabSz="914400">
              <a:lnSpc>
                <a:spcPct val="90000"/>
              </a:lnSpc>
              <a:spcBef>
                <a:spcPts val="499"/>
              </a:spcBef>
              <a:buClr>
                <a:srgbClr val="000000"/>
              </a:buClr>
              <a:buFont typeface="Arial"/>
              <a:buChar char="•"/>
              <a:tabLst>
                <a:tab pos="0" algn="l"/>
              </a:tabLst>
            </a:pPr>
            <a:r>
              <a:rPr lang="fr-FR" sz="2000" b="0" u="none" strike="noStrike">
                <a:solidFill>
                  <a:schemeClr val="dk1"/>
                </a:solidFill>
                <a:effectLst/>
                <a:uFillTx/>
                <a:latin typeface="Avenir Next LT Pro"/>
              </a:rPr>
              <a:t>Troisième niveau</a:t>
            </a:r>
            <a:endParaRPr lang="fr-FR" sz="2000" b="0" u="none" strike="noStrike">
              <a:solidFill>
                <a:schemeClr val="dk1"/>
              </a:solidFill>
              <a:effectLst/>
              <a:uFillTx/>
              <a:latin typeface="Avenir Next LT Pro"/>
            </a:endParaRPr>
          </a:p>
          <a:p>
            <a:pPr marL="1600200" lvl="3" indent="-228600" algn="l" defTabSz="914400">
              <a:lnSpc>
                <a:spcPct val="90000"/>
              </a:lnSpc>
              <a:spcBef>
                <a:spcPts val="499"/>
              </a:spcBef>
              <a:buClr>
                <a:srgbClr val="000000"/>
              </a:buClr>
              <a:buFont typeface="Arial"/>
              <a:buChar char="•"/>
              <a:tabLst>
                <a:tab pos="0" algn="l"/>
              </a:tabLst>
            </a:pPr>
            <a:r>
              <a:rPr lang="fr-FR" sz="1800" b="0" u="none" strike="noStrike">
                <a:solidFill>
                  <a:schemeClr val="dk1"/>
                </a:solidFill>
                <a:effectLst/>
                <a:uFillTx/>
                <a:latin typeface="Avenir Next LT Pro"/>
              </a:rPr>
              <a:t>Quatrième niveau</a:t>
            </a:r>
            <a:endParaRPr lang="fr-FR" sz="1800" b="0" u="none" strike="noStrike">
              <a:solidFill>
                <a:schemeClr val="dk1"/>
              </a:solidFill>
              <a:effectLst/>
              <a:uFillTx/>
              <a:latin typeface="Avenir Next LT Pro"/>
            </a:endParaRPr>
          </a:p>
          <a:p>
            <a:pPr marL="2057400" lvl="4" indent="-228600" algn="l" defTabSz="914400">
              <a:lnSpc>
                <a:spcPct val="90000"/>
              </a:lnSpc>
              <a:spcBef>
                <a:spcPts val="499"/>
              </a:spcBef>
              <a:buClr>
                <a:srgbClr val="000000"/>
              </a:buClr>
              <a:buFont typeface="Arial"/>
              <a:buChar char="•"/>
              <a:tabLst>
                <a:tab pos="0" algn="l"/>
              </a:tabLst>
            </a:pPr>
            <a:r>
              <a:rPr lang="fr-FR" sz="1800" b="0" u="none" strike="noStrike">
                <a:solidFill>
                  <a:schemeClr val="dk1"/>
                </a:solidFill>
                <a:effectLst/>
                <a:uFillTx/>
                <a:latin typeface="Avenir Next LT Pro"/>
              </a:rPr>
              <a:t>Cinquième niveau</a:t>
            </a:r>
            <a:endParaRPr lang="fr-FR" sz="1800" b="0" u="none" strike="noStrike">
              <a:solidFill>
                <a:schemeClr val="dk1"/>
              </a:solidFill>
              <a:effectLst/>
              <a:uFillTx/>
              <a:latin typeface="Avenir Next LT Pro"/>
            </a:endParaRPr>
          </a:p>
        </p:txBody>
      </p:sp>
      <p:sp>
        <p:nvSpPr>
          <p:cNvPr id="43" name="PlaceHolder 4"/>
          <p:cNvSpPr>
            <a:spLocks noGrp="1"/>
          </p:cNvSpPr>
          <p:nvPr>
            <p:ph type="body"/>
          </p:nvPr>
        </p:nvSpPr>
        <p:spPr>
          <a:xfrm>
            <a:off x="6172200" y="1681200"/>
            <a:ext cx="5182560" cy="823320"/>
          </a:xfrm>
          <a:prstGeom prst="rect">
            <a:avLst/>
          </a:prstGeom>
          <a:noFill/>
          <a:ln w="0">
            <a:noFill/>
          </a:ln>
        </p:spPr>
        <p:txBody>
          <a:bodyPr lIns="91440" tIns="45720" rIns="91440" bIns="45720" anchor="b">
            <a:noAutofit/>
          </a:bodyPr>
          <a:lstStyle>
            <a:lvl1pPr indent="0" algn="l" defTabSz="914400">
              <a:lnSpc>
                <a:spcPct val="90000"/>
              </a:lnSpc>
              <a:spcBef>
                <a:spcPts val="1001"/>
              </a:spcBef>
              <a:buNone/>
              <a:tabLst>
                <a:tab pos="0" algn="l"/>
              </a:tabLst>
              <a:defRPr lang="fr-FR" sz="2400" b="1" u="none" strike="noStrike">
                <a:solidFill>
                  <a:schemeClr val="dk1"/>
                </a:solidFill>
                <a:effectLst/>
                <a:uFillTx/>
                <a:latin typeface="Avenir Next LT Pro"/>
              </a:defRPr>
            </a:lvl1pPr>
          </a:lstStyle>
          <a:p>
            <a:pPr indent="0" algn="l" defTabSz="914400">
              <a:lnSpc>
                <a:spcPct val="90000"/>
              </a:lnSpc>
              <a:spcBef>
                <a:spcPts val="1001"/>
              </a:spcBef>
              <a:buNone/>
              <a:tabLst>
                <a:tab pos="0" algn="l"/>
              </a:tabLst>
            </a:pPr>
            <a:r>
              <a:rPr lang="fr-FR" sz="2400" b="1" u="none" strike="noStrike">
                <a:solidFill>
                  <a:schemeClr val="dk1"/>
                </a:solidFill>
                <a:effectLst/>
                <a:uFillTx/>
                <a:latin typeface="Avenir Next LT Pro"/>
              </a:rPr>
              <a:t>Cliquez pour modifier les styles du texte du masque</a:t>
            </a:r>
            <a:endParaRPr lang="fr-FR" sz="2400" b="0" u="none" strike="noStrike">
              <a:solidFill>
                <a:schemeClr val="dk1"/>
              </a:solidFill>
              <a:effectLst/>
              <a:uFillTx/>
              <a:latin typeface="Avenir Next LT Pro"/>
            </a:endParaRPr>
          </a:p>
        </p:txBody>
      </p:sp>
      <p:sp>
        <p:nvSpPr>
          <p:cNvPr id="44" name="PlaceHolder 5"/>
          <p:cNvSpPr>
            <a:spLocks noGrp="1"/>
          </p:cNvSpPr>
          <p:nvPr>
            <p:ph type="body"/>
          </p:nvPr>
        </p:nvSpPr>
        <p:spPr>
          <a:xfrm>
            <a:off x="6172200" y="2505240"/>
            <a:ext cx="5182560" cy="3683880"/>
          </a:xfrm>
          <a:prstGeom prst="rect">
            <a:avLst/>
          </a:prstGeom>
          <a:noFill/>
          <a:ln w="0">
            <a:noFill/>
          </a:ln>
        </p:spPr>
        <p:txBody>
          <a:bodyPr lIns="91440" tIns="45720" rIns="91440" bIns="45720" anchor="t">
            <a:noAutofit/>
          </a:bodyPr>
          <a:lstStyle>
            <a:lvl1pPr algn="l" defTabSz="914400">
              <a:lnSpc>
                <a:spcPct val="90000"/>
              </a:lnSpc>
              <a:spcBef>
                <a:spcPts val="1001"/>
              </a:spcBef>
              <a:buClr>
                <a:srgbClr val="000000"/>
              </a:buClr>
              <a:buFont typeface="Arial"/>
              <a:buChar char="•"/>
              <a:tabLst>
                <a:tab pos="0" algn="l"/>
              </a:tabLst>
              <a:defRPr lang="fr-FR" sz="2800" b="0" u="none" strike="noStrike">
                <a:solidFill>
                  <a:schemeClr val="dk1"/>
                </a:solidFill>
                <a:effectLst/>
                <a:uFillTx/>
                <a:latin typeface="Avenir Next LT Pro"/>
              </a:defRPr>
            </a:lvl1pPr>
            <a:lvl2pPr lvl="1" algn="l" defTabSz="914400">
              <a:lnSpc>
                <a:spcPct val="90000"/>
              </a:lnSpc>
              <a:spcBef>
                <a:spcPts val="499"/>
              </a:spcBef>
              <a:buClr>
                <a:srgbClr val="000000"/>
              </a:buClr>
              <a:buFont typeface="Arial"/>
              <a:buChar char="•"/>
              <a:tabLst>
                <a:tab pos="0" algn="l"/>
              </a:tabLst>
              <a:defRPr lang="fr-FR" sz="2400" b="0" u="none" strike="noStrike">
                <a:solidFill>
                  <a:schemeClr val="dk1"/>
                </a:solidFill>
                <a:effectLst/>
                <a:uFillTx/>
                <a:latin typeface="Avenir Next LT Pro"/>
              </a:defRPr>
            </a:lvl2pPr>
            <a:lvl3pPr lvl="2" algn="l" defTabSz="914400">
              <a:lnSpc>
                <a:spcPct val="90000"/>
              </a:lnSpc>
              <a:spcBef>
                <a:spcPts val="499"/>
              </a:spcBef>
              <a:buClr>
                <a:srgbClr val="000000"/>
              </a:buClr>
              <a:buFont typeface="Arial"/>
              <a:buChar char="•"/>
              <a:tabLst>
                <a:tab pos="0" algn="l"/>
              </a:tabLst>
              <a:defRPr lang="fr-FR" sz="2000" b="0" u="none" strike="noStrike">
                <a:solidFill>
                  <a:schemeClr val="dk1"/>
                </a:solidFill>
                <a:effectLst/>
                <a:uFillTx/>
                <a:latin typeface="Avenir Next LT Pro"/>
              </a:defRPr>
            </a:lvl3pPr>
            <a:lvl4pPr lvl="3" algn="l" defTabSz="914400">
              <a:lnSpc>
                <a:spcPct val="90000"/>
              </a:lnSpc>
              <a:spcBef>
                <a:spcPts val="499"/>
              </a:spcBef>
              <a:buClr>
                <a:srgbClr val="000000"/>
              </a:buClr>
              <a:buFont typeface="Arial"/>
              <a:buChar char="•"/>
              <a:tabLst>
                <a:tab pos="0" algn="l"/>
              </a:tabLst>
              <a:defRPr lang="fr-FR" sz="1800" b="0" u="none" strike="noStrike">
                <a:solidFill>
                  <a:schemeClr val="dk1"/>
                </a:solidFill>
                <a:effectLst/>
                <a:uFillTx/>
                <a:latin typeface="Avenir Next LT Pro"/>
              </a:defRPr>
            </a:lvl4pPr>
            <a:lvl5pPr lvl="4" algn="l" defTabSz="914400">
              <a:lnSpc>
                <a:spcPct val="90000"/>
              </a:lnSpc>
              <a:spcBef>
                <a:spcPts val="499"/>
              </a:spcBef>
              <a:buClr>
                <a:srgbClr val="000000"/>
              </a:buClr>
              <a:buFont typeface="Arial"/>
              <a:buChar char="•"/>
              <a:tabLst>
                <a:tab pos="0" algn="l"/>
              </a:tabLst>
              <a:defRPr lang="fr-FR" sz="1800" b="0" u="none" strike="noStrike">
                <a:solidFill>
                  <a:schemeClr val="dk1"/>
                </a:solidFill>
                <a:effectLst/>
                <a:uFillTx/>
                <a:latin typeface="Avenir Next LT Pro"/>
              </a:defRPr>
            </a:lvl5pPr>
          </a:lstStyle>
          <a:p>
            <a:pPr marL="228600" indent="-228600" algn="l" defTabSz="914400">
              <a:lnSpc>
                <a:spcPct val="90000"/>
              </a:lnSpc>
              <a:spcBef>
                <a:spcPts val="1001"/>
              </a:spcBef>
              <a:buClr>
                <a:srgbClr val="000000"/>
              </a:buClr>
              <a:buFont typeface="Arial"/>
              <a:buChar char="•"/>
              <a:tabLst>
                <a:tab pos="0" algn="l"/>
              </a:tabLst>
            </a:pPr>
            <a:r>
              <a:rPr lang="fr-FR" sz="2800" b="0" u="none" strike="noStrike">
                <a:solidFill>
                  <a:schemeClr val="dk1"/>
                </a:solidFill>
                <a:effectLst/>
                <a:uFillTx/>
                <a:latin typeface="Avenir Next LT Pro"/>
              </a:rPr>
              <a:t>Cliquez pour modifier les styles du texte du masque</a:t>
            </a:r>
            <a:endParaRPr lang="fr-FR" sz="2800" b="0" u="none" strike="noStrike">
              <a:solidFill>
                <a:schemeClr val="dk1"/>
              </a:solidFill>
              <a:effectLst/>
              <a:uFillTx/>
              <a:latin typeface="Avenir Next LT Pro"/>
            </a:endParaRPr>
          </a:p>
          <a:p>
            <a:pPr marL="685800" lvl="1" indent="-228600" algn="l" defTabSz="914400">
              <a:lnSpc>
                <a:spcPct val="90000"/>
              </a:lnSpc>
              <a:spcBef>
                <a:spcPts val="499"/>
              </a:spcBef>
              <a:buClr>
                <a:srgbClr val="000000"/>
              </a:buClr>
              <a:buFont typeface="Arial"/>
              <a:buChar char="•"/>
              <a:tabLst>
                <a:tab pos="0" algn="l"/>
              </a:tabLst>
            </a:pPr>
            <a:r>
              <a:rPr lang="fr-FR" sz="2400" b="0" u="none" strike="noStrike">
                <a:solidFill>
                  <a:schemeClr val="dk1"/>
                </a:solidFill>
                <a:effectLst/>
                <a:uFillTx/>
                <a:latin typeface="Avenir Next LT Pro"/>
              </a:rPr>
              <a:t>Deuxième niveau</a:t>
            </a:r>
            <a:endParaRPr lang="fr-FR" sz="2400" b="0" u="none" strike="noStrike">
              <a:solidFill>
                <a:schemeClr val="dk1"/>
              </a:solidFill>
              <a:effectLst/>
              <a:uFillTx/>
              <a:latin typeface="Avenir Next LT Pro"/>
            </a:endParaRPr>
          </a:p>
          <a:p>
            <a:pPr marL="1143000" lvl="2" indent="-228600" algn="l" defTabSz="914400">
              <a:lnSpc>
                <a:spcPct val="90000"/>
              </a:lnSpc>
              <a:spcBef>
                <a:spcPts val="499"/>
              </a:spcBef>
              <a:buClr>
                <a:srgbClr val="000000"/>
              </a:buClr>
              <a:buFont typeface="Arial"/>
              <a:buChar char="•"/>
              <a:tabLst>
                <a:tab pos="0" algn="l"/>
              </a:tabLst>
            </a:pPr>
            <a:r>
              <a:rPr lang="fr-FR" sz="2000" b="0" u="none" strike="noStrike">
                <a:solidFill>
                  <a:schemeClr val="dk1"/>
                </a:solidFill>
                <a:effectLst/>
                <a:uFillTx/>
                <a:latin typeface="Avenir Next LT Pro"/>
              </a:rPr>
              <a:t>Troisième niveau</a:t>
            </a:r>
            <a:endParaRPr lang="fr-FR" sz="2000" b="0" u="none" strike="noStrike">
              <a:solidFill>
                <a:schemeClr val="dk1"/>
              </a:solidFill>
              <a:effectLst/>
              <a:uFillTx/>
              <a:latin typeface="Avenir Next LT Pro"/>
            </a:endParaRPr>
          </a:p>
          <a:p>
            <a:pPr marL="1600200" lvl="3" indent="-228600" algn="l" defTabSz="914400">
              <a:lnSpc>
                <a:spcPct val="90000"/>
              </a:lnSpc>
              <a:spcBef>
                <a:spcPts val="499"/>
              </a:spcBef>
              <a:buClr>
                <a:srgbClr val="000000"/>
              </a:buClr>
              <a:buFont typeface="Arial"/>
              <a:buChar char="•"/>
              <a:tabLst>
                <a:tab pos="0" algn="l"/>
              </a:tabLst>
            </a:pPr>
            <a:r>
              <a:rPr lang="fr-FR" sz="1800" b="0" u="none" strike="noStrike">
                <a:solidFill>
                  <a:schemeClr val="dk1"/>
                </a:solidFill>
                <a:effectLst/>
                <a:uFillTx/>
                <a:latin typeface="Avenir Next LT Pro"/>
              </a:rPr>
              <a:t>Quatrième niveau</a:t>
            </a:r>
            <a:endParaRPr lang="fr-FR" sz="1800" b="0" u="none" strike="noStrike">
              <a:solidFill>
                <a:schemeClr val="dk1"/>
              </a:solidFill>
              <a:effectLst/>
              <a:uFillTx/>
              <a:latin typeface="Avenir Next LT Pro"/>
            </a:endParaRPr>
          </a:p>
          <a:p>
            <a:pPr marL="2057400" lvl="4" indent="-228600" algn="l" defTabSz="914400">
              <a:lnSpc>
                <a:spcPct val="90000"/>
              </a:lnSpc>
              <a:spcBef>
                <a:spcPts val="499"/>
              </a:spcBef>
              <a:buClr>
                <a:srgbClr val="000000"/>
              </a:buClr>
              <a:buFont typeface="Arial"/>
              <a:buChar char="•"/>
              <a:tabLst>
                <a:tab pos="0" algn="l"/>
              </a:tabLst>
            </a:pPr>
            <a:r>
              <a:rPr lang="fr-FR" sz="1800" b="0" u="none" strike="noStrike">
                <a:solidFill>
                  <a:schemeClr val="dk1"/>
                </a:solidFill>
                <a:effectLst/>
                <a:uFillTx/>
                <a:latin typeface="Avenir Next LT Pro"/>
              </a:rPr>
              <a:t>Cinquième niveau</a:t>
            </a:r>
            <a:endParaRPr lang="fr-FR" sz="1800" b="0" u="none" strike="noStrike">
              <a:solidFill>
                <a:schemeClr val="dk1"/>
              </a:solidFill>
              <a:effectLst/>
              <a:uFillTx/>
              <a:latin typeface="Avenir Next LT Pro"/>
            </a:endParaRPr>
          </a:p>
        </p:txBody>
      </p:sp>
      <p:sp>
        <p:nvSpPr>
          <p:cNvPr id="45" name="PlaceHolder 6"/>
          <p:cNvSpPr>
            <a:spLocks noGrp="1"/>
          </p:cNvSpPr>
          <p:nvPr>
            <p:ph type="dt" idx="22"/>
          </p:nvPr>
        </p:nvSpPr>
        <p:spPr>
          <a:xfrm>
            <a:off x="838080" y="6356520"/>
            <a:ext cx="2742480" cy="364320"/>
          </a:xfrm>
          <a:prstGeom prst="rect">
            <a:avLst/>
          </a:prstGeom>
          <a:noFill/>
          <a:ln w="0">
            <a:noFill/>
          </a:ln>
        </p:spPr>
        <p:txBody>
          <a:bodyPr lIns="91440" tIns="45720" rIns="91440" bIns="45720" anchor="ctr">
            <a:noAutofit/>
          </a:bodyPr>
          <a:lstStyle>
            <a:lvl1pPr indent="0" algn="l" defTabSz="914400">
              <a:lnSpc>
                <a:spcPct val="100000"/>
              </a:lnSpc>
              <a:buNone/>
              <a:tabLst>
                <a:tab pos="0" algn="l"/>
              </a:tabLst>
              <a:defRPr lang="fr-MA" sz="1200" b="0" u="none" strike="noStrike">
                <a:solidFill>
                  <a:schemeClr val="dk1">
                    <a:tint val="75000"/>
                  </a:schemeClr>
                </a:solidFill>
                <a:effectLst/>
                <a:uFillTx/>
                <a:latin typeface="Avenir Next LT Pro"/>
              </a:defRPr>
            </a:lvl1pPr>
          </a:lstStyle>
          <a:p>
            <a:pPr indent="0" algn="l" defTabSz="914400">
              <a:lnSpc>
                <a:spcPct val="100000"/>
              </a:lnSpc>
              <a:buNone/>
              <a:tabLst>
                <a:tab pos="0" algn="l"/>
              </a:tabLst>
            </a:pPr>
            <a:r>
              <a:rPr lang="fr-MA" sz="1200" b="0" u="none" strike="noStrike">
                <a:solidFill>
                  <a:schemeClr val="dk1">
                    <a:tint val="75000"/>
                  </a:schemeClr>
                </a:solidFill>
                <a:effectLst/>
                <a:uFillTx/>
                <a:latin typeface="Avenir Next LT Pro"/>
              </a:rPr>
              <a:t>&lt;date/heure&gt;</a:t>
            </a:r>
            <a:endParaRPr lang="fr-FR" sz="1200" b="0" u="none" strike="noStrike">
              <a:solidFill>
                <a:srgbClr val="000000"/>
              </a:solidFill>
              <a:effectLst/>
              <a:uFillTx/>
              <a:latin typeface="Times New Roman"/>
            </a:endParaRPr>
          </a:p>
        </p:txBody>
      </p:sp>
      <p:sp>
        <p:nvSpPr>
          <p:cNvPr id="46" name="PlaceHolder 7"/>
          <p:cNvSpPr>
            <a:spLocks noGrp="1"/>
          </p:cNvSpPr>
          <p:nvPr>
            <p:ph type="ftr" idx="23"/>
          </p:nvPr>
        </p:nvSpPr>
        <p:spPr>
          <a:xfrm>
            <a:off x="4038480" y="6356520"/>
            <a:ext cx="4114080" cy="36432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fr-FR" sz="1400" b="0" u="none" strike="noStrike">
                <a:solidFill>
                  <a:srgbClr val="000000"/>
                </a:solidFill>
                <a:effectLst/>
                <a:uFillTx/>
                <a:latin typeface="Times New Roman"/>
              </a:defRPr>
            </a:lvl1pPr>
          </a:lstStyle>
          <a:p>
            <a:pPr indent="0" algn="ctr">
              <a:lnSpc>
                <a:spcPct val="100000"/>
              </a:lnSpc>
              <a:buNone/>
              <a:tabLst>
                <a:tab pos="0" algn="l"/>
              </a:tabLst>
            </a:pPr>
            <a:r>
              <a:rPr lang="fr-FR" sz="1400" b="0" u="none" strike="noStrike">
                <a:solidFill>
                  <a:srgbClr val="000000"/>
                </a:solidFill>
                <a:effectLst/>
                <a:uFillTx/>
                <a:latin typeface="Times New Roman"/>
              </a:rPr>
              <a:t>&lt;pied de page&gt;</a:t>
            </a:r>
            <a:endParaRPr lang="fr-FR" sz="1400" b="0" u="none" strike="noStrike">
              <a:solidFill>
                <a:srgbClr val="000000"/>
              </a:solidFill>
              <a:effectLst/>
              <a:uFillTx/>
              <a:latin typeface="Times New Roman"/>
            </a:endParaRPr>
          </a:p>
        </p:txBody>
      </p:sp>
      <p:sp>
        <p:nvSpPr>
          <p:cNvPr id="47" name="PlaceHolder 8"/>
          <p:cNvSpPr>
            <a:spLocks noGrp="1"/>
          </p:cNvSpPr>
          <p:nvPr>
            <p:ph type="sldNum" idx="24"/>
          </p:nvPr>
        </p:nvSpPr>
        <p:spPr>
          <a:xfrm>
            <a:off x="8610480" y="6356520"/>
            <a:ext cx="2742480" cy="36432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fr-MA" sz="1200" b="0" u="none" strike="noStrike">
                <a:solidFill>
                  <a:schemeClr val="dk1">
                    <a:tint val="75000"/>
                  </a:schemeClr>
                </a:solidFill>
                <a:effectLst/>
                <a:uFillTx/>
                <a:latin typeface="Avenir Next LT Pro"/>
              </a:defRPr>
            </a:lvl1pPr>
          </a:lstStyle>
          <a:p>
            <a:pPr indent="0" algn="r" defTabSz="914400">
              <a:lnSpc>
                <a:spcPct val="100000"/>
              </a:lnSpc>
              <a:buNone/>
              <a:tabLst>
                <a:tab pos="0" algn="l"/>
              </a:tabLst>
            </a:pPr>
            <a:fld id="{EA10EE17-5609-44F3-A1BF-6CDEBB026C9A}" type="slidenum">
              <a:rPr lang="fr-MA" sz="1200" b="0" u="none" strike="noStrike">
                <a:solidFill>
                  <a:schemeClr val="dk1">
                    <a:tint val="75000"/>
                  </a:schemeClr>
                </a:solidFill>
                <a:effectLst/>
                <a:uFillTx/>
                <a:latin typeface="Avenir Next LT Pro"/>
              </a:rPr>
              <a:t>&lt;numéro&gt;</a:t>
            </a:fld>
            <a:endParaRPr lang="fr-FR" sz="1200" b="0" u="none" strike="noStrike">
              <a:solidFill>
                <a:srgbClr val="000000"/>
              </a:solidFill>
              <a:effectLst/>
              <a:uFillTx/>
              <a:latin typeface="Times New Roman"/>
            </a:endParaRP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re seul">
    <p:bg>
      <p:bgPr>
        <a:solidFill>
          <a:srgbClr val="FFFFFF"/>
        </a:solidFill>
      </p:bgPr>
    </p:bg>
    <p:spTree>
      <p:nvGrpSpPr>
        <p:cNvPr id="1" name=""/>
        <p:cNvGrpSpPr/>
        <p:nvPr/>
      </p:nvGrpSpPr>
      <p:grpSpPr>
        <a:xfrm>
          <a:off x="0" y="0"/>
          <a:ext cx="0" cy="0"/>
          <a:chOff x="0" y="0"/>
          <a:chExt cx="0" cy="0"/>
        </a:xfrm>
      </p:grpSpPr>
      <p:sp>
        <p:nvSpPr>
          <p:cNvPr id="48" name="PlaceHolder 1"/>
          <p:cNvSpPr>
            <a:spLocks noGrp="1"/>
          </p:cNvSpPr>
          <p:nvPr>
            <p:ph type="title"/>
          </p:nvPr>
        </p:nvSpPr>
        <p:spPr>
          <a:xfrm>
            <a:off x="838080" y="365040"/>
            <a:ext cx="10514880" cy="1324800"/>
          </a:xfrm>
          <a:prstGeom prst="rect">
            <a:avLst/>
          </a:prstGeom>
          <a:noFill/>
          <a:ln w="0">
            <a:noFill/>
          </a:ln>
        </p:spPr>
        <p:txBody>
          <a:bodyPr lIns="91440" tIns="45720" rIns="91440" bIns="45720" anchor="ctr">
            <a:noAutofit/>
          </a:bodyPr>
          <a:lstStyle>
            <a:lvl1pPr indent="0" algn="l" defTabSz="914400">
              <a:lnSpc>
                <a:spcPct val="90000"/>
              </a:lnSpc>
              <a:buNone/>
              <a:tabLst>
                <a:tab pos="0" algn="l"/>
              </a:tabLst>
              <a:defRPr lang="fr-FR" sz="4400" b="0" u="none" strike="noStrike">
                <a:solidFill>
                  <a:schemeClr val="dk1"/>
                </a:solidFill>
                <a:effectLst/>
                <a:uFillTx/>
                <a:latin typeface="Avenir Next LT Pro"/>
              </a:defRPr>
            </a:lvl1pPr>
          </a:lstStyle>
          <a:p>
            <a:pPr indent="0" algn="l" defTabSz="914400">
              <a:lnSpc>
                <a:spcPct val="90000"/>
              </a:lnSpc>
              <a:buNone/>
              <a:tabLst>
                <a:tab pos="0" algn="l"/>
              </a:tabLst>
            </a:pPr>
            <a:r>
              <a:rPr lang="fr-FR" sz="4400" b="0" u="none" strike="noStrike">
                <a:solidFill>
                  <a:schemeClr val="dk1"/>
                </a:solidFill>
                <a:effectLst/>
                <a:uFillTx/>
                <a:latin typeface="Avenir Next LT Pro"/>
              </a:rPr>
              <a:t>Modifiez le style du titre</a:t>
            </a:r>
            <a:endParaRPr lang="fr-FR" sz="4400" b="0" u="none" strike="noStrike">
              <a:solidFill>
                <a:schemeClr val="dk1"/>
              </a:solidFill>
              <a:effectLst/>
              <a:uFillTx/>
              <a:latin typeface="Avenir Next LT Pro"/>
            </a:endParaRPr>
          </a:p>
        </p:txBody>
      </p:sp>
      <p:sp>
        <p:nvSpPr>
          <p:cNvPr id="49" name="PlaceHolder 2"/>
          <p:cNvSpPr>
            <a:spLocks noGrp="1"/>
          </p:cNvSpPr>
          <p:nvPr>
            <p:ph type="dt" idx="25"/>
          </p:nvPr>
        </p:nvSpPr>
        <p:spPr>
          <a:xfrm>
            <a:off x="838080" y="6356520"/>
            <a:ext cx="2742480" cy="364320"/>
          </a:xfrm>
          <a:prstGeom prst="rect">
            <a:avLst/>
          </a:prstGeom>
          <a:noFill/>
          <a:ln w="0">
            <a:noFill/>
          </a:ln>
        </p:spPr>
        <p:txBody>
          <a:bodyPr lIns="91440" tIns="45720" rIns="91440" bIns="45720" anchor="ctr">
            <a:noAutofit/>
          </a:bodyPr>
          <a:lstStyle>
            <a:lvl1pPr indent="0" algn="l" defTabSz="914400">
              <a:lnSpc>
                <a:spcPct val="100000"/>
              </a:lnSpc>
              <a:buNone/>
              <a:tabLst>
                <a:tab pos="0" algn="l"/>
              </a:tabLst>
              <a:defRPr lang="fr-MA" sz="1200" b="0" u="none" strike="noStrike">
                <a:solidFill>
                  <a:schemeClr val="dk1">
                    <a:tint val="75000"/>
                  </a:schemeClr>
                </a:solidFill>
                <a:effectLst/>
                <a:uFillTx/>
                <a:latin typeface="Avenir Next LT Pro"/>
              </a:defRPr>
            </a:lvl1pPr>
          </a:lstStyle>
          <a:p>
            <a:pPr indent="0" algn="l" defTabSz="914400">
              <a:lnSpc>
                <a:spcPct val="100000"/>
              </a:lnSpc>
              <a:buNone/>
              <a:tabLst>
                <a:tab pos="0" algn="l"/>
              </a:tabLst>
            </a:pPr>
            <a:r>
              <a:rPr lang="fr-MA" sz="1200" b="0" u="none" strike="noStrike">
                <a:solidFill>
                  <a:schemeClr val="dk1">
                    <a:tint val="75000"/>
                  </a:schemeClr>
                </a:solidFill>
                <a:effectLst/>
                <a:uFillTx/>
                <a:latin typeface="Avenir Next LT Pro"/>
              </a:rPr>
              <a:t>&lt;date/heure&gt;</a:t>
            </a:r>
            <a:endParaRPr lang="fr-FR" sz="1200" b="0" u="none" strike="noStrike">
              <a:solidFill>
                <a:srgbClr val="000000"/>
              </a:solidFill>
              <a:effectLst/>
              <a:uFillTx/>
              <a:latin typeface="Times New Roman"/>
            </a:endParaRPr>
          </a:p>
        </p:txBody>
      </p:sp>
      <p:sp>
        <p:nvSpPr>
          <p:cNvPr id="50" name="PlaceHolder 3"/>
          <p:cNvSpPr>
            <a:spLocks noGrp="1"/>
          </p:cNvSpPr>
          <p:nvPr>
            <p:ph type="ftr" idx="26"/>
          </p:nvPr>
        </p:nvSpPr>
        <p:spPr>
          <a:xfrm>
            <a:off x="4038480" y="6356520"/>
            <a:ext cx="4114080" cy="36432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fr-FR" sz="1400" b="0" u="none" strike="noStrike">
                <a:solidFill>
                  <a:srgbClr val="000000"/>
                </a:solidFill>
                <a:effectLst/>
                <a:uFillTx/>
                <a:latin typeface="Times New Roman"/>
              </a:defRPr>
            </a:lvl1pPr>
          </a:lstStyle>
          <a:p>
            <a:pPr indent="0" algn="ctr">
              <a:lnSpc>
                <a:spcPct val="100000"/>
              </a:lnSpc>
              <a:buNone/>
              <a:tabLst>
                <a:tab pos="0" algn="l"/>
              </a:tabLst>
            </a:pPr>
            <a:r>
              <a:rPr lang="fr-FR" sz="1400" b="0" u="none" strike="noStrike">
                <a:solidFill>
                  <a:srgbClr val="000000"/>
                </a:solidFill>
                <a:effectLst/>
                <a:uFillTx/>
                <a:latin typeface="Times New Roman"/>
              </a:rPr>
              <a:t>&lt;pied de page&gt;</a:t>
            </a:r>
            <a:endParaRPr lang="fr-FR" sz="1400" b="0" u="none" strike="noStrike">
              <a:solidFill>
                <a:srgbClr val="000000"/>
              </a:solidFill>
              <a:effectLst/>
              <a:uFillTx/>
              <a:latin typeface="Times New Roman"/>
            </a:endParaRPr>
          </a:p>
        </p:txBody>
      </p:sp>
      <p:sp>
        <p:nvSpPr>
          <p:cNvPr id="51" name="PlaceHolder 4"/>
          <p:cNvSpPr>
            <a:spLocks noGrp="1"/>
          </p:cNvSpPr>
          <p:nvPr>
            <p:ph type="sldNum" idx="27"/>
          </p:nvPr>
        </p:nvSpPr>
        <p:spPr>
          <a:xfrm>
            <a:off x="8610480" y="6356520"/>
            <a:ext cx="2742480" cy="36432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fr-MA" sz="1200" b="0" u="none" strike="noStrike">
                <a:solidFill>
                  <a:schemeClr val="dk1">
                    <a:tint val="75000"/>
                  </a:schemeClr>
                </a:solidFill>
                <a:effectLst/>
                <a:uFillTx/>
                <a:latin typeface="Avenir Next LT Pro"/>
              </a:defRPr>
            </a:lvl1pPr>
          </a:lstStyle>
          <a:p>
            <a:pPr indent="0" algn="r" defTabSz="914400">
              <a:lnSpc>
                <a:spcPct val="100000"/>
              </a:lnSpc>
              <a:buNone/>
              <a:tabLst>
                <a:tab pos="0" algn="l"/>
              </a:tabLst>
            </a:pPr>
            <a:fld id="{E7F63258-0584-4805-A436-AFEA9FD929D0}" type="slidenum">
              <a:rPr lang="fr-MA" sz="1200" b="0" u="none" strike="noStrike">
                <a:solidFill>
                  <a:schemeClr val="dk1">
                    <a:tint val="75000"/>
                  </a:schemeClr>
                </a:solidFill>
                <a:effectLst/>
                <a:uFillTx/>
                <a:latin typeface="Avenir Next LT Pro"/>
              </a:rPr>
              <a:t>&lt;numéro&gt;</a:t>
            </a:fld>
            <a:endParaRPr lang="fr-FR" sz="1200" b="0" u="none" strike="noStrike">
              <a:solidFill>
                <a:srgbClr val="000000"/>
              </a:solidFill>
              <a:effectLst/>
              <a:uFillTx/>
              <a:latin typeface="Times New Roman"/>
            </a:endParaRP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sldMaster>
</file>

<file path=ppt/slides/_rels/slide1.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4.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7.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7.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7.xml"/>
</Relationships>
</file>

<file path=ppt/slides/_rels/slide7.xml.rels><?xml version="1.0" encoding="UTF-8"?>
<Relationships xmlns="http://schemas.openxmlformats.org/package/2006/relationships"><Relationship Id="rId1" Type="http://schemas.openxmlformats.org/officeDocument/2006/relationships/slideLayout" Target="../slideLayouts/slideLayout7.xml"/>
</Relationships>
</file>

<file path=ppt/slides/_rels/slide8.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package" Target="../embeddings/oleObject1.docx"/><Relationship Id="rId3" Type="http://schemas.openxmlformats.org/officeDocument/2006/relationships/image" Target="../media/image3.emf"/><Relationship Id="rId4" Type="http://schemas.openxmlformats.org/officeDocument/2006/relationships/slideLayout" Target="../slideLayouts/slideLayout7.xml"/>
</Relationships>
</file>

<file path=ppt/slides/_rels/slide9.xml.rels><?xml version="1.0" encoding="UTF-8"?>
<Relationships xmlns="http://schemas.openxmlformats.org/package/2006/relationships"><Relationship Id="rId1" Type="http://schemas.openxmlformats.org/officeDocument/2006/relationships/slideLayout" Target="../slideLayouts/slideLayout7.xml"/>
</Relationships>
</file>

<file path=ppt/slides/_rels/slide10.xml.rels><?xml version="1.0" encoding="UTF-8"?>
<Relationships xmlns="http://schemas.openxmlformats.org/package/2006/relationships"><Relationship Id="rId1" Type="http://schemas.openxmlformats.org/officeDocument/2006/relationships/slideLayout" Target="../slideLayouts/slideLayout7.xml"/>
</Relationships>
</file>

<file path=ppt/slides/_rels/slide11.xml.rels><?xml version="1.0" encoding="UTF-8"?>
<Relationships xmlns="http://schemas.openxmlformats.org/package/2006/relationships"><Relationship Id="rId1" Type="http://schemas.openxmlformats.org/officeDocument/2006/relationships/slideLayout" Target="../slideLayouts/slideLayout7.xml"/>
</Relationships>
</file>

<file path=ppt/slides/_rels/slide12.xml.rels><?xml version="1.0" encoding="UTF-8"?>
<Relationships xmlns="http://schemas.openxmlformats.org/package/2006/relationships"><Relationship Id="rId1" Type="http://schemas.openxmlformats.org/officeDocument/2006/relationships/image" Target="../media/image4.png"/><Relationship Id="rId2" Type="http://schemas.openxmlformats.org/officeDocument/2006/relationships/image" Target="../media/image5.jpeg"/><Relationship Id="rId3" Type="http://schemas.openxmlformats.org/officeDocument/2006/relationships/image" Target="../media/image6.png"/><Relationship Id="rId4" Type="http://schemas.openxmlformats.org/officeDocument/2006/relationships/image" Target="../media/image7.png"/><Relationship Id="rId5" Type="http://schemas.openxmlformats.org/officeDocument/2006/relationships/slideLayout" Target="../slideLayouts/slideLayout7.xml"/>
</Relationships>
</file>

<file path=ppt/slides/_rels/slide13.xml.rels><?xml version="1.0" encoding="UTF-8"?>
<Relationships xmlns="http://schemas.openxmlformats.org/package/2006/relationships"><Relationship Id="rId1" Type="http://schemas.openxmlformats.org/officeDocument/2006/relationships/slideLayout" Target="../slideLayouts/slideLayout7.xml"/>
</Relationships>
</file>

<file path=ppt/slides/_rels/slide14.xml.rels><?xml version="1.0" encoding="UTF-8"?>
<Relationships xmlns="http://schemas.openxmlformats.org/package/2006/relationships"><Relationship Id="rId1" Type="http://schemas.openxmlformats.org/officeDocument/2006/relationships/slideLayout" Target="../slideLayouts/slideLayout7.xml"/>
</Relationships>
</file>

<file path=ppt/slides/_rels/slide15.xml.rels><?xml version="1.0" encoding="UTF-8"?>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
</Relationships>
</file>

<file path=ppt/slides/_rels/slide16.xml.rels><?xml version="1.0" encoding="UTF-8"?>
<Relationships xmlns="http://schemas.openxmlformats.org/package/2006/relationships"><Relationship Id="rId1" Type="http://schemas.openxmlformats.org/officeDocument/2006/relationships/slideLayout" Target="../slideLayouts/slideLayout7.xml"/>
</Relationships>
</file>

<file path=ppt/slides/_rels/slide17.xml.rels><?xml version="1.0" encoding="UTF-8"?>
<Relationships xmlns="http://schemas.openxmlformats.org/package/2006/relationships"><Relationship Id="rId1" Type="http://schemas.openxmlformats.org/officeDocument/2006/relationships/slideLayout" Target="../slideLayouts/slideLayout7.xml"/>
</Relationships>
</file>

<file path=ppt/slides/_rels/slide18.xml.rels><?xml version="1.0" encoding="UTF-8"?>
<Relationships xmlns="http://schemas.openxmlformats.org/package/2006/relationships"><Relationship Id="rId1" Type="http://schemas.openxmlformats.org/officeDocument/2006/relationships/slideLayout" Target="../slideLayouts/slideLayout7.xml"/>
</Relationships>
</file>

<file path=ppt/slides/_rels/slide19.xml.rels><?xml version="1.0" encoding="UTF-8"?>
<Relationships xmlns="http://schemas.openxmlformats.org/package/2006/relationships"><Relationship Id="rId1" Type="http://schemas.openxmlformats.org/officeDocument/2006/relationships/slideLayout" Target="../slideLayouts/slideLayout7.xml"/>
</Relationships>
</file>

<file path=ppt/slides/_rels/slide20.xml.rels><?xml version="1.0" encoding="UTF-8"?>
<Relationships xmlns="http://schemas.openxmlformats.org/package/2006/relationships"><Relationship Id="rId1" Type="http://schemas.openxmlformats.org/officeDocument/2006/relationships/slideLayout" Target="../slideLayouts/slideLayout7.xml"/>
</Relationships>
</file>

<file path=ppt/slides/_rels/slide21.xml.rels><?xml version="1.0" encoding="UTF-8"?>
<Relationships xmlns="http://schemas.openxmlformats.org/package/2006/relationships"><Relationship Id="rId1" Type="http://schemas.openxmlformats.org/officeDocument/2006/relationships/slideLayout" Target="../slideLayouts/slideLayout7.xml"/>
</Relationships>
</file>

<file path=ppt/slides/_rels/slide22.xml.rels><?xml version="1.0" encoding="UTF-8"?>
<Relationships xmlns="http://schemas.openxmlformats.org/package/2006/relationships"><Relationship Id="rId1" Type="http://schemas.openxmlformats.org/officeDocument/2006/relationships/slideLayout" Target="../slideLayouts/slideLayout7.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8" name="ZoneTexte 3"/>
          <p:cNvSpPr/>
          <p:nvPr/>
        </p:nvSpPr>
        <p:spPr>
          <a:xfrm>
            <a:off x="2132280" y="2481480"/>
            <a:ext cx="7926840" cy="638280"/>
          </a:xfrm>
          <a:prstGeom prst="rect">
            <a:avLst/>
          </a:prstGeom>
          <a:noFill/>
          <a:ln w="0">
            <a:noFill/>
          </a:ln>
        </p:spPr>
        <p:style>
          <a:lnRef idx="0"/>
          <a:fillRef idx="0"/>
          <a:effectRef idx="0"/>
          <a:fontRef idx="minor"/>
        </p:style>
        <p:txBody>
          <a:bodyPr lIns="90000" tIns="45000" rIns="90000" bIns="45000" anchor="t">
            <a:spAutoFit/>
          </a:bodyPr>
          <a:p>
            <a:pPr algn="ctr" defTabSz="914400">
              <a:lnSpc>
                <a:spcPct val="100000"/>
              </a:lnSpc>
            </a:pPr>
            <a:r>
              <a:rPr lang="fr-MA" sz="3600" b="1" u="none" strike="noStrike">
                <a:solidFill>
                  <a:schemeClr val="dk1"/>
                </a:solidFill>
                <a:effectLst/>
                <a:uFillTx/>
                <a:latin typeface="Avenir Next LT Pro"/>
              </a:rPr>
              <a:t>(DAT301B) Data analysis 2</a:t>
            </a:r>
            <a:endParaRPr lang="fr-FR" sz="3600" b="0" u="none" strike="noStrike">
              <a:solidFill>
                <a:srgbClr val="000000"/>
              </a:solidFill>
              <a:effectLst/>
              <a:uFillTx/>
              <a:latin typeface="Arial"/>
            </a:endParaRPr>
          </a:p>
        </p:txBody>
      </p:sp>
      <p:pic>
        <p:nvPicPr>
          <p:cNvPr id="59" name="Picture 2" descr="Université Mohammed VI Polytechnique — Wikipédia"/>
          <p:cNvPicPr/>
          <p:nvPr/>
        </p:nvPicPr>
        <p:blipFill>
          <a:blip r:embed="rId1"/>
          <a:stretch/>
        </p:blipFill>
        <p:spPr>
          <a:xfrm>
            <a:off x="9437760" y="0"/>
            <a:ext cx="2753280" cy="1878840"/>
          </a:xfrm>
          <a:prstGeom prst="rect">
            <a:avLst/>
          </a:prstGeom>
          <a:noFill/>
          <a:ln w="0">
            <a:noFill/>
          </a:ln>
        </p:spPr>
      </p:pic>
      <p:sp>
        <p:nvSpPr>
          <p:cNvPr id="60" name="ZoneTexte 5"/>
          <p:cNvSpPr/>
          <p:nvPr/>
        </p:nvSpPr>
        <p:spPr>
          <a:xfrm>
            <a:off x="2132280" y="5484960"/>
            <a:ext cx="7926840" cy="337680"/>
          </a:xfrm>
          <a:prstGeom prst="rect">
            <a:avLst/>
          </a:prstGeom>
          <a:noFill/>
          <a:ln w="0">
            <a:noFill/>
          </a:ln>
        </p:spPr>
        <p:style>
          <a:lnRef idx="0"/>
          <a:fillRef idx="0"/>
          <a:effectRef idx="0"/>
          <a:fontRef idx="minor"/>
        </p:style>
        <p:txBody>
          <a:bodyPr lIns="90000" tIns="45000" rIns="90000" bIns="45000" anchor="t">
            <a:spAutoFit/>
          </a:bodyPr>
          <a:p>
            <a:pPr algn="ctr" defTabSz="914400">
              <a:lnSpc>
                <a:spcPct val="100000"/>
              </a:lnSpc>
            </a:pPr>
            <a:r>
              <a:rPr lang="fr-MA" sz="1600" b="0" u="none" strike="noStrike">
                <a:solidFill>
                  <a:schemeClr val="dk1"/>
                </a:solidFill>
                <a:effectLst/>
                <a:uFillTx/>
                <a:latin typeface="Avenir Next LT Pro"/>
              </a:rPr>
              <a:t>Amine Sijilmassi</a:t>
            </a:r>
            <a:endParaRPr lang="fr-FR" sz="1600" b="0" u="none" strike="noStrike">
              <a:solidFill>
                <a:srgbClr val="000000"/>
              </a:solidFill>
              <a:effectLst/>
              <a:uFillTx/>
              <a:latin typeface="Arial"/>
            </a:endParaRPr>
          </a:p>
        </p:txBody>
      </p:sp>
      <p:sp>
        <p:nvSpPr>
          <p:cNvPr id="61" name="ZoneTexte 6"/>
          <p:cNvSpPr/>
          <p:nvPr/>
        </p:nvSpPr>
        <p:spPr>
          <a:xfrm>
            <a:off x="0" y="4392360"/>
            <a:ext cx="12191400" cy="455400"/>
          </a:xfrm>
          <a:prstGeom prst="rect">
            <a:avLst/>
          </a:prstGeom>
          <a:noFill/>
          <a:ln w="0">
            <a:noFill/>
          </a:ln>
        </p:spPr>
        <p:style>
          <a:lnRef idx="0"/>
          <a:fillRef idx="0"/>
          <a:effectRef idx="0"/>
          <a:fontRef idx="minor"/>
        </p:style>
        <p:txBody>
          <a:bodyPr lIns="90000" tIns="45000" rIns="90000" bIns="45000" anchor="t">
            <a:spAutoFit/>
          </a:bodyPr>
          <a:p>
            <a:pPr algn="ctr" defTabSz="914400">
              <a:lnSpc>
                <a:spcPct val="100000"/>
              </a:lnSpc>
            </a:pPr>
            <a:r>
              <a:rPr lang="fr-MA" sz="2400" b="0" u="none" strike="noStrike">
                <a:solidFill>
                  <a:schemeClr val="dk1"/>
                </a:solidFill>
                <a:effectLst/>
                <a:uFillTx/>
                <a:latin typeface="Avenir Next LT Pro"/>
              </a:rPr>
              <a:t>Week 1: Introduction</a:t>
            </a:r>
            <a:endParaRPr lang="fr-FR" sz="2400" b="0" u="none" strike="noStrike">
              <a:solidFill>
                <a:srgbClr val="000000"/>
              </a:solidFill>
              <a:effectLst/>
              <a:uFillTx/>
              <a:latin typeface="Arial"/>
            </a:endParaRPr>
          </a:p>
        </p:txBody>
      </p:sp>
      <p:sp>
        <p:nvSpPr>
          <p:cNvPr id="62" name="ZoneTexte 7"/>
          <p:cNvSpPr/>
          <p:nvPr/>
        </p:nvSpPr>
        <p:spPr>
          <a:xfrm>
            <a:off x="2132280" y="5823360"/>
            <a:ext cx="7926840" cy="337680"/>
          </a:xfrm>
          <a:prstGeom prst="rect">
            <a:avLst/>
          </a:prstGeom>
          <a:noFill/>
          <a:ln w="0">
            <a:noFill/>
          </a:ln>
        </p:spPr>
        <p:style>
          <a:lnRef idx="0"/>
          <a:fillRef idx="0"/>
          <a:effectRef idx="0"/>
          <a:fontRef idx="minor"/>
        </p:style>
        <p:txBody>
          <a:bodyPr lIns="90000" tIns="45000" rIns="90000" bIns="45000" anchor="t">
            <a:spAutoFit/>
          </a:bodyPr>
          <a:p>
            <a:pPr algn="ctr" defTabSz="914400">
              <a:lnSpc>
                <a:spcPct val="100000"/>
              </a:lnSpc>
            </a:pPr>
            <a:r>
              <a:rPr lang="fr-MA" sz="1600" b="0" u="none" strike="noStrike">
                <a:solidFill>
                  <a:schemeClr val="dk1"/>
                </a:solidFill>
                <a:effectLst/>
                <a:uFillTx/>
                <a:latin typeface="Avenir Next LT Pro"/>
              </a:rPr>
              <a:t>amine.sijilmassi@um6p.ma</a:t>
            </a:r>
            <a:endParaRPr lang="fr-FR" sz="16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3" name="ZoneTexte 1"/>
          <p:cNvSpPr/>
          <p:nvPr/>
        </p:nvSpPr>
        <p:spPr>
          <a:xfrm>
            <a:off x="0" y="3211920"/>
            <a:ext cx="12191400" cy="577440"/>
          </a:xfrm>
          <a:prstGeom prst="rect">
            <a:avLst/>
          </a:prstGeom>
          <a:noFill/>
          <a:ln w="0">
            <a:noFill/>
          </a:ln>
        </p:spPr>
        <p:style>
          <a:lnRef idx="0"/>
          <a:fillRef idx="0"/>
          <a:effectRef idx="0"/>
          <a:fontRef idx="minor"/>
        </p:style>
        <p:txBody>
          <a:bodyPr lIns="90000" tIns="45000" rIns="90000" bIns="45000" anchor="t">
            <a:spAutoFit/>
          </a:bodyPr>
          <a:p>
            <a:pPr algn="ctr" defTabSz="914400">
              <a:lnSpc>
                <a:spcPct val="100000"/>
              </a:lnSpc>
            </a:pPr>
            <a:r>
              <a:rPr lang="fr-MA" sz="3200" b="1" u="none" strike="noStrike">
                <a:solidFill>
                  <a:schemeClr val="dk1"/>
                </a:solidFill>
                <a:effectLst/>
                <a:uFillTx/>
                <a:latin typeface="Avenir Next LT Pro"/>
              </a:rPr>
              <a:t>What do you know ? What do you expect ?</a:t>
            </a:r>
            <a:endParaRPr lang="fr-FR" sz="3200" b="0" u="none" strike="noStrike">
              <a:solidFill>
                <a:srgbClr val="000000"/>
              </a:solidFill>
              <a:effectLst/>
              <a:uFillTx/>
              <a:latin typeface="Arial"/>
            </a:endParaRPr>
          </a:p>
        </p:txBody>
      </p:sp>
      <p:sp>
        <p:nvSpPr>
          <p:cNvPr id="64" name="ZoneTexte 13"/>
          <p:cNvSpPr/>
          <p:nvPr/>
        </p:nvSpPr>
        <p:spPr>
          <a:xfrm>
            <a:off x="0" y="3211920"/>
            <a:ext cx="12191400" cy="577440"/>
          </a:xfrm>
          <a:prstGeom prst="rect">
            <a:avLst/>
          </a:prstGeom>
          <a:noFill/>
          <a:ln w="0">
            <a:noFill/>
          </a:ln>
        </p:spPr>
        <p:style>
          <a:lnRef idx="0"/>
          <a:fillRef idx="0"/>
          <a:effectRef idx="0"/>
          <a:fontRef idx="minor"/>
        </p:style>
        <p:txBody>
          <a:bodyPr lIns="90000" tIns="45000" rIns="90000" bIns="45000" anchor="t">
            <a:spAutoFit/>
          </a:bodyPr>
          <a:p>
            <a:pPr algn="ctr" defTabSz="914400">
              <a:lnSpc>
                <a:spcPct val="100000"/>
              </a:lnSpc>
            </a:pPr>
            <a:r>
              <a:rPr lang="fr-MA" sz="3200" b="1" u="none" strike="noStrike">
                <a:solidFill>
                  <a:schemeClr val="dk1"/>
                </a:solidFill>
                <a:effectLst/>
                <a:uFillTx/>
                <a:latin typeface="Avenir Next LT Pro"/>
              </a:rPr>
              <a:t>What do you know ? What do you expect ?</a:t>
            </a:r>
            <a:endParaRPr lang="fr-FR" sz="3200" b="0" u="none" strike="noStrike">
              <a:solidFill>
                <a:srgbClr val="000000"/>
              </a:solidFill>
              <a:effectLst/>
              <a:uFillTx/>
              <a:latin typeface="Arial"/>
            </a:endParaRPr>
          </a:p>
        </p:txBody>
      </p:sp>
      <p:sp>
        <p:nvSpPr>
          <p:cNvPr id="65" name="ZoneTexte 14"/>
          <p:cNvSpPr/>
          <p:nvPr/>
        </p:nvSpPr>
        <p:spPr>
          <a:xfrm>
            <a:off x="0" y="3211920"/>
            <a:ext cx="12191400" cy="577440"/>
          </a:xfrm>
          <a:prstGeom prst="rect">
            <a:avLst/>
          </a:prstGeom>
          <a:noFill/>
          <a:ln w="0">
            <a:noFill/>
          </a:ln>
        </p:spPr>
        <p:style>
          <a:lnRef idx="0"/>
          <a:fillRef idx="0"/>
          <a:effectRef idx="0"/>
          <a:fontRef idx="minor"/>
        </p:style>
        <p:txBody>
          <a:bodyPr lIns="90000" tIns="45000" rIns="90000" bIns="45000" anchor="t">
            <a:spAutoFit/>
          </a:bodyPr>
          <a:p>
            <a:pPr algn="ctr" defTabSz="914400">
              <a:lnSpc>
                <a:spcPct val="100000"/>
              </a:lnSpc>
            </a:pPr>
            <a:r>
              <a:rPr lang="fr-MA" sz="3200" b="1" u="none" strike="noStrike">
                <a:solidFill>
                  <a:schemeClr val="dk1"/>
                </a:solidFill>
                <a:effectLst/>
                <a:uFillTx/>
                <a:latin typeface="Avenir Next LT Pro"/>
              </a:rPr>
              <a:t>What do you know ? What do you expect ?</a:t>
            </a:r>
            <a:endParaRPr lang="fr-FR" sz="3200" b="0" u="none" strike="noStrike">
              <a:solidFill>
                <a:srgbClr val="000000"/>
              </a:solidFill>
              <a:effectLst/>
              <a:uFillTx/>
              <a:latin typeface="Arial"/>
            </a:endParaRPr>
          </a:p>
        </p:txBody>
      </p:sp>
      <p:sp>
        <p:nvSpPr>
          <p:cNvPr id="66" name="ZoneTexte 15"/>
          <p:cNvSpPr/>
          <p:nvPr/>
        </p:nvSpPr>
        <p:spPr>
          <a:xfrm>
            <a:off x="0" y="3211920"/>
            <a:ext cx="12191400" cy="577440"/>
          </a:xfrm>
          <a:prstGeom prst="rect">
            <a:avLst/>
          </a:prstGeom>
          <a:noFill/>
          <a:ln w="0">
            <a:noFill/>
          </a:ln>
        </p:spPr>
        <p:style>
          <a:lnRef idx="0"/>
          <a:fillRef idx="0"/>
          <a:effectRef idx="0"/>
          <a:fontRef idx="minor"/>
        </p:style>
        <p:txBody>
          <a:bodyPr lIns="90000" tIns="45000" rIns="90000" bIns="45000" anchor="t">
            <a:spAutoFit/>
          </a:bodyPr>
          <a:p>
            <a:pPr algn="ctr" defTabSz="914400">
              <a:lnSpc>
                <a:spcPct val="100000"/>
              </a:lnSpc>
            </a:pPr>
            <a:r>
              <a:rPr lang="fr-MA" sz="3200" b="1" u="none" strike="noStrike">
                <a:solidFill>
                  <a:schemeClr val="dk1"/>
                </a:solidFill>
                <a:effectLst/>
                <a:uFillTx/>
                <a:latin typeface="Avenir Next LT Pro"/>
              </a:rPr>
              <a:t>What do you know ? What do you expect ?</a:t>
            </a:r>
            <a:endParaRPr lang="fr-FR" sz="3200" b="0" u="none" strike="noStrike">
              <a:solidFill>
                <a:srgbClr val="000000"/>
              </a:solidFill>
              <a:effectLst/>
              <a:uFillTx/>
              <a:latin typeface="Arial"/>
            </a:endParaRPr>
          </a:p>
        </p:txBody>
      </p:sp>
      <p:sp>
        <p:nvSpPr>
          <p:cNvPr id="67" name="ZoneTexte 16"/>
          <p:cNvSpPr/>
          <p:nvPr/>
        </p:nvSpPr>
        <p:spPr>
          <a:xfrm>
            <a:off x="360" y="5334840"/>
            <a:ext cx="12191400" cy="424800"/>
          </a:xfrm>
          <a:prstGeom prst="rect">
            <a:avLst/>
          </a:prstGeom>
          <a:noFill/>
          <a:ln w="0">
            <a:noFill/>
          </a:ln>
        </p:spPr>
        <p:style>
          <a:lnRef idx="0"/>
          <a:fillRef idx="0"/>
          <a:effectRef idx="0"/>
          <a:fontRef idx="minor"/>
        </p:style>
        <p:txBody>
          <a:bodyPr lIns="90000" tIns="45000" rIns="90000" bIns="45000" anchor="b">
            <a:spAutoFit/>
          </a:bodyPr>
          <a:p>
            <a:pPr algn="ctr" defTabSz="914400">
              <a:lnSpc>
                <a:spcPct val="100000"/>
              </a:lnSpc>
            </a:pPr>
            <a:r>
              <a:rPr lang="fr-MA" sz="2200" b="0" u="none" strike="noStrike">
                <a:solidFill>
                  <a:schemeClr val="dk1"/>
                </a:solidFill>
                <a:effectLst/>
                <a:uFillTx/>
                <a:latin typeface="Avenir Next LT Pro"/>
              </a:rPr>
              <a:t>For Friday : fill survey</a:t>
            </a:r>
            <a:endParaRPr lang="fr-FR" sz="22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timing>
    <p:tnLst>
      <p:par>
        <p:cTn id="1" dur="indefinite" restart="never" nodeType="tmRoot">
          <p:childTnLst>
            <p:seq>
              <p:cTn id="2" dur="indefinite" nodeType="mainSeq">
                <p:childTnLst>
                  <p:par>
                    <p:cTn id="3" fill="hold">
                      <p:stCondLst>
                        <p:cond delay="indefinite"/>
                      </p:stCondLst>
                      <p:childTnLst>
                        <p:par>
                          <p:cTn id="4" fill="hold">
                            <p:stCondLst>
                              <p:cond delay="0"/>
                            </p:stCondLst>
                            <p:childTnLst>
                              <p:par>
                                <p:cTn id="5" presetID="1" presetClass="entr" fill="hold" nodeType="clickEffect">
                                  <p:stCondLst>
                                    <p:cond delay="0"/>
                                  </p:stCondLst>
                                  <p:childTnLst>
                                    <p:set>
                                      <p:cBhvr>
                                        <p:cTn id="6" dur="1" fill="hold">
                                          <p:stCondLst>
                                            <p:cond delay="0"/>
                                          </p:stCondLst>
                                        </p:cTn>
                                        <p:tgtEl>
                                          <p:spTgt spid="6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fill="hold" nodeType="clickEffect">
                                  <p:stCondLst>
                                    <p:cond delay="0"/>
                                  </p:stCondLst>
                                  <p:childTnLst>
                                    <p:set>
                                      <p:cBhvr>
                                        <p:cTn id="10" dur="1" fill="hold">
                                          <p:stCondLst>
                                            <p:cond delay="0"/>
                                          </p:stCondLst>
                                        </p:cTn>
                                        <p:tgtEl>
                                          <p:spTgt spid="67"/>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8" name="ZoneTexte 1"/>
          <p:cNvSpPr/>
          <p:nvPr/>
        </p:nvSpPr>
        <p:spPr>
          <a:xfrm>
            <a:off x="0" y="2844360"/>
            <a:ext cx="12191400" cy="577440"/>
          </a:xfrm>
          <a:prstGeom prst="rect">
            <a:avLst/>
          </a:prstGeom>
          <a:noFill/>
          <a:ln w="0">
            <a:noFill/>
          </a:ln>
        </p:spPr>
        <p:style>
          <a:lnRef idx="0"/>
          <a:fillRef idx="0"/>
          <a:effectRef idx="0"/>
          <a:fontRef idx="minor"/>
        </p:style>
        <p:txBody>
          <a:bodyPr lIns="90000" tIns="45000" rIns="90000" bIns="45000" anchor="t">
            <a:spAutoFit/>
          </a:bodyPr>
          <a:p>
            <a:pPr algn="ctr" defTabSz="914400">
              <a:lnSpc>
                <a:spcPct val="100000"/>
              </a:lnSpc>
            </a:pPr>
            <a:r>
              <a:rPr lang="fr-MA" sz="3200" b="1" u="none" strike="noStrike">
                <a:solidFill>
                  <a:schemeClr val="dk1"/>
                </a:solidFill>
                <a:effectLst/>
                <a:uFillTx/>
                <a:latin typeface="Avenir Next LT Pro"/>
              </a:rPr>
              <a:t>PART 1: Principles and course structure</a:t>
            </a:r>
            <a:endParaRPr lang="fr-FR" sz="32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9" name="ZoneTexte 1"/>
          <p:cNvSpPr/>
          <p:nvPr/>
        </p:nvSpPr>
        <p:spPr>
          <a:xfrm>
            <a:off x="0" y="0"/>
            <a:ext cx="12191400" cy="759960"/>
          </a:xfrm>
          <a:prstGeom prst="rect">
            <a:avLst/>
          </a:prstGeom>
          <a:noFill/>
          <a:ln w="0">
            <a:noFill/>
          </a:ln>
        </p:spPr>
        <p:style>
          <a:lnRef idx="0"/>
          <a:fillRef idx="0"/>
          <a:effectRef idx="0"/>
          <a:fontRef idx="minor"/>
        </p:style>
        <p:txBody>
          <a:bodyPr lIns="90000" tIns="45000" rIns="90000" bIns="45000" anchor="t">
            <a:spAutoFit/>
          </a:bodyPr>
          <a:p>
            <a:pPr algn="just" defTabSz="914400">
              <a:lnSpc>
                <a:spcPct val="100000"/>
              </a:lnSpc>
            </a:pPr>
            <a:r>
              <a:rPr lang="fr-MA" sz="4400" b="1" u="none" strike="noStrike">
                <a:solidFill>
                  <a:schemeClr val="dk1"/>
                </a:solidFill>
                <a:effectLst/>
                <a:uFillTx/>
                <a:latin typeface="Avenir Next LT Pro"/>
              </a:rPr>
              <a:t>Principles of this class</a:t>
            </a:r>
            <a:endParaRPr lang="fr-FR" sz="4400" b="0" u="none" strike="noStrike">
              <a:solidFill>
                <a:srgbClr val="000000"/>
              </a:solidFill>
              <a:effectLst/>
              <a:uFillTx/>
              <a:latin typeface="Arial"/>
            </a:endParaRPr>
          </a:p>
        </p:txBody>
      </p:sp>
      <p:sp>
        <p:nvSpPr>
          <p:cNvPr id="70" name="ZoneTexte 2"/>
          <p:cNvSpPr/>
          <p:nvPr/>
        </p:nvSpPr>
        <p:spPr>
          <a:xfrm>
            <a:off x="0" y="1534680"/>
            <a:ext cx="7926840" cy="455400"/>
          </a:xfrm>
          <a:prstGeom prst="rect">
            <a:avLst/>
          </a:prstGeom>
          <a:noFill/>
          <a:ln w="0">
            <a:noFill/>
          </a:ln>
        </p:spPr>
        <p:style>
          <a:lnRef idx="0"/>
          <a:fillRef idx="0"/>
          <a:effectRef idx="0"/>
          <a:fontRef idx="minor"/>
        </p:style>
        <p:txBody>
          <a:bodyPr lIns="90000" tIns="45000" rIns="90000" bIns="45000" anchor="t">
            <a:spAutoFit/>
          </a:bodyPr>
          <a:p>
            <a:pPr marL="343080" indent="-343080" algn="just" defTabSz="914400">
              <a:lnSpc>
                <a:spcPct val="100000"/>
              </a:lnSpc>
              <a:buClr>
                <a:srgbClr val="000000"/>
              </a:buClr>
              <a:buFont typeface="Arial"/>
              <a:buChar char="•"/>
            </a:pPr>
            <a:r>
              <a:rPr lang="fr-MA" sz="2400" b="0" u="none" strike="noStrike">
                <a:solidFill>
                  <a:schemeClr val="dk1"/>
                </a:solidFill>
                <a:effectLst/>
                <a:uFillTx/>
                <a:latin typeface="Avenir Next LT Pro"/>
              </a:rPr>
              <a:t>1. Project-oriented</a:t>
            </a:r>
            <a:endParaRPr lang="fr-FR" sz="2400" b="0" u="none" strike="noStrike">
              <a:solidFill>
                <a:srgbClr val="000000"/>
              </a:solidFill>
              <a:effectLst/>
              <a:uFillTx/>
              <a:latin typeface="Arial"/>
            </a:endParaRPr>
          </a:p>
        </p:txBody>
      </p:sp>
      <p:sp>
        <p:nvSpPr>
          <p:cNvPr id="71" name="ZoneTexte 3"/>
          <p:cNvSpPr/>
          <p:nvPr/>
        </p:nvSpPr>
        <p:spPr>
          <a:xfrm>
            <a:off x="-7200" y="3960000"/>
            <a:ext cx="7926840" cy="455400"/>
          </a:xfrm>
          <a:prstGeom prst="rect">
            <a:avLst/>
          </a:prstGeom>
          <a:noFill/>
          <a:ln w="0">
            <a:noFill/>
          </a:ln>
        </p:spPr>
        <p:style>
          <a:lnRef idx="0"/>
          <a:fillRef idx="0"/>
          <a:effectRef idx="0"/>
          <a:fontRef idx="minor"/>
        </p:style>
        <p:txBody>
          <a:bodyPr lIns="90000" tIns="45000" rIns="90000" bIns="45000" anchor="t">
            <a:spAutoFit/>
          </a:bodyPr>
          <a:p>
            <a:pPr marL="343080" indent="-343080" algn="just" defTabSz="914400">
              <a:lnSpc>
                <a:spcPct val="100000"/>
              </a:lnSpc>
              <a:buClr>
                <a:srgbClr val="000000"/>
              </a:buClr>
              <a:buFont typeface="Arial"/>
              <a:buChar char="•"/>
            </a:pPr>
            <a:r>
              <a:rPr lang="fr-MA" sz="2400" b="0" u="none" strike="noStrike">
                <a:solidFill>
                  <a:schemeClr val="dk1"/>
                </a:solidFill>
                <a:effectLst/>
                <a:uFillTx/>
                <a:latin typeface="Avenir Next LT Pro"/>
              </a:rPr>
              <a:t>4. Technical skills are not enough</a:t>
            </a:r>
            <a:endParaRPr lang="fr-FR" sz="2400" b="0" u="none" strike="noStrike">
              <a:solidFill>
                <a:srgbClr val="000000"/>
              </a:solidFill>
              <a:effectLst/>
              <a:uFillTx/>
              <a:latin typeface="Arial"/>
            </a:endParaRPr>
          </a:p>
        </p:txBody>
      </p:sp>
      <p:sp>
        <p:nvSpPr>
          <p:cNvPr id="72" name="ZoneTexte 4"/>
          <p:cNvSpPr/>
          <p:nvPr/>
        </p:nvSpPr>
        <p:spPr>
          <a:xfrm>
            <a:off x="0" y="3143880"/>
            <a:ext cx="12191760" cy="455400"/>
          </a:xfrm>
          <a:prstGeom prst="rect">
            <a:avLst/>
          </a:prstGeom>
          <a:noFill/>
          <a:ln w="0">
            <a:noFill/>
          </a:ln>
        </p:spPr>
        <p:style>
          <a:lnRef idx="0"/>
          <a:fillRef idx="0"/>
          <a:effectRef idx="0"/>
          <a:fontRef idx="minor"/>
        </p:style>
        <p:txBody>
          <a:bodyPr lIns="90000" tIns="45000" rIns="90000" bIns="45000" anchor="t">
            <a:spAutoFit/>
          </a:bodyPr>
          <a:p>
            <a:pPr marL="343080" indent="-343080" algn="just" defTabSz="914400">
              <a:lnSpc>
                <a:spcPct val="100000"/>
              </a:lnSpc>
              <a:buClr>
                <a:srgbClr val="000000"/>
              </a:buClr>
              <a:buFont typeface="Arial"/>
              <a:buChar char="•"/>
            </a:pPr>
            <a:r>
              <a:rPr lang="fr-MA" sz="2400" b="0" u="none" strike="noStrike">
                <a:solidFill>
                  <a:schemeClr val="dk1"/>
                </a:solidFill>
                <a:effectLst/>
                <a:uFillTx/>
                <a:latin typeface="Avenir Next LT Pro"/>
              </a:rPr>
              <a:t>3. Rooted in behavioral science</a:t>
            </a:r>
            <a:endParaRPr lang="fr-FR" sz="2400" b="0" u="none" strike="noStrike">
              <a:solidFill>
                <a:srgbClr val="000000"/>
              </a:solidFill>
              <a:effectLst/>
              <a:uFillTx/>
              <a:latin typeface="Arial"/>
            </a:endParaRPr>
          </a:p>
        </p:txBody>
      </p:sp>
      <p:sp>
        <p:nvSpPr>
          <p:cNvPr id="73" name="ZoneTexte 6"/>
          <p:cNvSpPr/>
          <p:nvPr/>
        </p:nvSpPr>
        <p:spPr>
          <a:xfrm>
            <a:off x="0" y="2340000"/>
            <a:ext cx="7926840" cy="455400"/>
          </a:xfrm>
          <a:prstGeom prst="rect">
            <a:avLst/>
          </a:prstGeom>
          <a:noFill/>
          <a:ln w="0">
            <a:noFill/>
          </a:ln>
        </p:spPr>
        <p:style>
          <a:lnRef idx="0"/>
          <a:fillRef idx="0"/>
          <a:effectRef idx="0"/>
          <a:fontRef idx="minor"/>
        </p:style>
        <p:txBody>
          <a:bodyPr lIns="90000" tIns="45000" rIns="90000" bIns="45000" anchor="t">
            <a:spAutoFit/>
          </a:bodyPr>
          <a:p>
            <a:pPr marL="343080" indent="-343080" algn="just" defTabSz="914400">
              <a:lnSpc>
                <a:spcPct val="100000"/>
              </a:lnSpc>
              <a:buClr>
                <a:srgbClr val="000000"/>
              </a:buClr>
              <a:buFont typeface="Arial"/>
              <a:buChar char="•"/>
            </a:pPr>
            <a:r>
              <a:rPr lang="fr-MA" sz="2400" b="0" u="none" strike="noStrike">
                <a:solidFill>
                  <a:schemeClr val="dk1"/>
                </a:solidFill>
                <a:effectLst/>
                <a:uFillTx/>
                <a:latin typeface="Avenir Next LT Pro"/>
              </a:rPr>
              <a:t>2. Personal</a:t>
            </a:r>
            <a:endParaRPr lang="fr-FR" sz="2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timing>
    <p:tnLst>
      <p:par>
        <p:cTn id="11" dur="indefinite" restart="never" nodeType="tmRoot">
          <p:childTnLst>
            <p:seq>
              <p:cTn id="12" dur="indefinite" nodeType="mainSeq">
                <p:childTnLst>
                  <p:par>
                    <p:cTn id="13" fill="hold">
                      <p:stCondLst>
                        <p:cond delay="indefinite"/>
                      </p:stCondLst>
                      <p:childTnLst>
                        <p:par>
                          <p:cTn id="14" fill="hold">
                            <p:stCondLst>
                              <p:cond delay="0"/>
                            </p:stCondLst>
                            <p:childTnLst>
                              <p:par>
                                <p:cTn id="15" presetID="1" presetClass="entr" fill="hold" nodeType="clickEffect">
                                  <p:stCondLst>
                                    <p:cond delay="0"/>
                                  </p:stCondLst>
                                  <p:childTnLst>
                                    <p:set>
                                      <p:cBhvr>
                                        <p:cTn id="16" dur="1" fill="hold">
                                          <p:stCondLst>
                                            <p:cond delay="0"/>
                                          </p:stCondLst>
                                        </p:cTn>
                                        <p:tgtEl>
                                          <p:spTgt spid="70"/>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fill="hold" nodeType="clickEffect">
                                  <p:stCondLst>
                                    <p:cond delay="0"/>
                                  </p:stCondLst>
                                  <p:childTnLst>
                                    <p:set>
                                      <p:cBhvr>
                                        <p:cTn id="20" dur="1" fill="hold">
                                          <p:stCondLst>
                                            <p:cond delay="0"/>
                                          </p:stCondLst>
                                        </p:cTn>
                                        <p:tgtEl>
                                          <p:spTgt spid="73"/>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fill="hold" nodeType="clickEffect">
                                  <p:stCondLst>
                                    <p:cond delay="0"/>
                                  </p:stCondLst>
                                  <p:childTnLst>
                                    <p:set>
                                      <p:cBhvr>
                                        <p:cTn id="24" dur="1" fill="hold">
                                          <p:stCondLst>
                                            <p:cond delay="0"/>
                                          </p:stCondLst>
                                        </p:cTn>
                                        <p:tgtEl>
                                          <p:spTgt spid="72"/>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fill="hold" nodeType="clickEffect">
                                  <p:stCondLst>
                                    <p:cond delay="0"/>
                                  </p:stCondLst>
                                  <p:childTnLst>
                                    <p:set>
                                      <p:cBhvr>
                                        <p:cTn id="28" dur="1" fill="hold">
                                          <p:stCondLst>
                                            <p:cond delay="0"/>
                                          </p:stCondLst>
                                        </p:cTn>
                                        <p:tgtEl>
                                          <p:spTgt spid="71"/>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show="0">
  <p:cSld>
    <p:spTree>
      <p:nvGrpSpPr>
        <p:cNvPr id="1" name=""/>
        <p:cNvGrpSpPr/>
        <p:nvPr/>
      </p:nvGrpSpPr>
      <p:grpSpPr>
        <a:xfrm>
          <a:off x="0" y="0"/>
          <a:ext cx="0" cy="0"/>
          <a:chOff x="0" y="0"/>
          <a:chExt cx="0" cy="0"/>
        </a:xfrm>
      </p:grpSpPr>
      <p:sp>
        <p:nvSpPr>
          <p:cNvPr id="74" name="ZoneTexte 1"/>
          <p:cNvSpPr/>
          <p:nvPr/>
        </p:nvSpPr>
        <p:spPr>
          <a:xfrm>
            <a:off x="0" y="366480"/>
            <a:ext cx="12191400" cy="1199520"/>
          </a:xfrm>
          <a:prstGeom prst="rect">
            <a:avLst/>
          </a:prstGeom>
          <a:noFill/>
          <a:ln w="0">
            <a:noFill/>
          </a:ln>
        </p:spPr>
        <p:style>
          <a:lnRef idx="0"/>
          <a:fillRef idx="0"/>
          <a:effectRef idx="0"/>
          <a:fontRef idx="minor"/>
        </p:style>
        <p:txBody>
          <a:bodyPr lIns="90000" tIns="45000" rIns="90000" bIns="45000" anchor="t">
            <a:spAutoFit/>
          </a:bodyPr>
          <a:p>
            <a:pPr algn="ctr" defTabSz="914400">
              <a:lnSpc>
                <a:spcPct val="100000"/>
              </a:lnSpc>
            </a:pPr>
            <a:r>
              <a:rPr lang="fr-MA" sz="3600" b="1" u="none" strike="noStrike">
                <a:solidFill>
                  <a:schemeClr val="dk1"/>
                </a:solidFill>
                <a:effectLst/>
                <a:uFillTx/>
                <a:latin typeface="Avenir Next LT Pro"/>
              </a:rPr>
              <a:t>The class is structured around two research reports where you analyze </a:t>
            </a:r>
            <a:r>
              <a:rPr lang="fr-MA" sz="3600" b="1" i="1" u="none" strike="noStrike">
                <a:solidFill>
                  <a:schemeClr val="dk1"/>
                </a:solidFill>
                <a:effectLst/>
                <a:uFillTx/>
                <a:latin typeface="Avenir Next LT Pro"/>
              </a:rPr>
              <a:t>real </a:t>
            </a:r>
            <a:r>
              <a:rPr lang="fr-MA" sz="3600" b="1" u="none" strike="noStrike">
                <a:solidFill>
                  <a:schemeClr val="dk1"/>
                </a:solidFill>
                <a:effectLst/>
                <a:uFillTx/>
                <a:latin typeface="Avenir Next LT Pro"/>
              </a:rPr>
              <a:t>data</a:t>
            </a:r>
            <a:endParaRPr lang="fr-FR" sz="3600" b="0" u="none" strike="noStrike">
              <a:solidFill>
                <a:srgbClr val="000000"/>
              </a:solidFill>
              <a:effectLst/>
              <a:uFillTx/>
              <a:latin typeface="Arial"/>
            </a:endParaRPr>
          </a:p>
        </p:txBody>
      </p:sp>
      <p:sp>
        <p:nvSpPr>
          <p:cNvPr id="75" name="ZoneTexte 2"/>
          <p:cNvSpPr/>
          <p:nvPr/>
        </p:nvSpPr>
        <p:spPr>
          <a:xfrm>
            <a:off x="0" y="2210760"/>
            <a:ext cx="12191400" cy="460800"/>
          </a:xfrm>
          <a:prstGeom prst="rect">
            <a:avLst/>
          </a:prstGeom>
          <a:noFill/>
          <a:ln w="0">
            <a:noFill/>
          </a:ln>
        </p:spPr>
        <p:style>
          <a:lnRef idx="0"/>
          <a:fillRef idx="0"/>
          <a:effectRef idx="0"/>
          <a:fontRef idx="minor"/>
        </p:style>
        <p:txBody>
          <a:bodyPr lIns="90000" tIns="45000" rIns="90000" bIns="45000" anchor="t">
            <a:spAutoFit/>
          </a:bodyPr>
          <a:p>
            <a:pPr algn="ctr" defTabSz="914400">
              <a:lnSpc>
                <a:spcPct val="100000"/>
              </a:lnSpc>
            </a:pPr>
            <a:r>
              <a:rPr lang="fr-MA" sz="2400" b="0" u="none" strike="noStrike">
                <a:solidFill>
                  <a:schemeClr val="dk1"/>
                </a:solidFill>
                <a:effectLst/>
                <a:uFillTx/>
                <a:latin typeface="Avenir Next LT Pro"/>
              </a:rPr>
              <a:t>Why?</a:t>
            </a:r>
            <a:endParaRPr lang="fr-FR" sz="2400" b="0" u="none" strike="noStrike">
              <a:solidFill>
                <a:srgbClr val="000000"/>
              </a:solidFill>
              <a:effectLst/>
              <a:uFillTx/>
              <a:latin typeface="Arial"/>
            </a:endParaRPr>
          </a:p>
        </p:txBody>
      </p:sp>
      <p:sp>
        <p:nvSpPr>
          <p:cNvPr id="76" name="ZoneTexte 3"/>
          <p:cNvSpPr/>
          <p:nvPr/>
        </p:nvSpPr>
        <p:spPr>
          <a:xfrm>
            <a:off x="0" y="2996640"/>
            <a:ext cx="12191400" cy="460800"/>
          </a:xfrm>
          <a:prstGeom prst="rect">
            <a:avLst/>
          </a:prstGeom>
          <a:noFill/>
          <a:ln w="0">
            <a:noFill/>
          </a:ln>
        </p:spPr>
        <p:style>
          <a:lnRef idx="0"/>
          <a:fillRef idx="0"/>
          <a:effectRef idx="0"/>
          <a:fontRef idx="minor"/>
        </p:style>
        <p:txBody>
          <a:bodyPr lIns="90000" tIns="45000" rIns="90000" bIns="45000" anchor="t">
            <a:spAutoFit/>
          </a:bodyPr>
          <a:p>
            <a:pPr marL="343080" indent="-343080" algn="just" defTabSz="914400">
              <a:lnSpc>
                <a:spcPct val="100000"/>
              </a:lnSpc>
              <a:buClr>
                <a:srgbClr val="000000"/>
              </a:buClr>
              <a:buFont typeface="Arial"/>
              <a:buChar char="•"/>
            </a:pPr>
            <a:r>
              <a:rPr lang="fr-MA" sz="2400" b="0" u="none" strike="noStrike">
                <a:solidFill>
                  <a:schemeClr val="dk1"/>
                </a:solidFill>
                <a:effectLst/>
                <a:uFillTx/>
                <a:latin typeface="Avenir Next LT Pro"/>
              </a:rPr>
              <a:t>1. Working on a concrete project is the best way to learn</a:t>
            </a:r>
            <a:endParaRPr lang="fr-FR" sz="2400" b="0" u="none" strike="noStrike">
              <a:solidFill>
                <a:srgbClr val="000000"/>
              </a:solidFill>
              <a:effectLst/>
              <a:uFillTx/>
              <a:latin typeface="Arial"/>
            </a:endParaRPr>
          </a:p>
        </p:txBody>
      </p:sp>
      <p:sp>
        <p:nvSpPr>
          <p:cNvPr id="77" name="ZoneTexte 4"/>
          <p:cNvSpPr/>
          <p:nvPr/>
        </p:nvSpPr>
        <p:spPr>
          <a:xfrm>
            <a:off x="0" y="3683160"/>
            <a:ext cx="12191400" cy="830160"/>
          </a:xfrm>
          <a:prstGeom prst="rect">
            <a:avLst/>
          </a:prstGeom>
          <a:noFill/>
          <a:ln w="0">
            <a:noFill/>
          </a:ln>
        </p:spPr>
        <p:style>
          <a:lnRef idx="0"/>
          <a:fillRef idx="0"/>
          <a:effectRef idx="0"/>
          <a:fontRef idx="minor"/>
        </p:style>
        <p:txBody>
          <a:bodyPr lIns="90000" tIns="45000" rIns="90000" bIns="45000" anchor="t">
            <a:spAutoFit/>
          </a:bodyPr>
          <a:p>
            <a:pPr marL="343080" indent="-343080" algn="just" defTabSz="914400">
              <a:lnSpc>
                <a:spcPct val="100000"/>
              </a:lnSpc>
              <a:buClr>
                <a:srgbClr val="000000"/>
              </a:buClr>
              <a:buFont typeface="Arial"/>
              <a:buChar char="•"/>
            </a:pPr>
            <a:r>
              <a:rPr lang="fr-MA" sz="2400" b="0" u="none" strike="noStrike">
                <a:solidFill>
                  <a:schemeClr val="dk1"/>
                </a:solidFill>
                <a:effectLst/>
                <a:uFillTx/>
                <a:latin typeface="Avenir Next LT Pro"/>
              </a:rPr>
              <a:t>2. There is an infinite world of data analysis techniques to learn: working on projects allow you to focus on those that are useful to you</a:t>
            </a:r>
            <a:endParaRPr lang="fr-FR" sz="2400" b="0" u="none" strike="noStrike">
              <a:solidFill>
                <a:srgbClr val="000000"/>
              </a:solidFill>
              <a:effectLst/>
              <a:uFillTx/>
              <a:latin typeface="Arial"/>
            </a:endParaRPr>
          </a:p>
        </p:txBody>
      </p:sp>
      <p:sp>
        <p:nvSpPr>
          <p:cNvPr id="78" name="ZoneTexte 5"/>
          <p:cNvSpPr/>
          <p:nvPr/>
        </p:nvSpPr>
        <p:spPr>
          <a:xfrm>
            <a:off x="0" y="4647240"/>
            <a:ext cx="12191400" cy="830160"/>
          </a:xfrm>
          <a:prstGeom prst="rect">
            <a:avLst/>
          </a:prstGeom>
          <a:noFill/>
          <a:ln w="0">
            <a:noFill/>
          </a:ln>
        </p:spPr>
        <p:style>
          <a:lnRef idx="0"/>
          <a:fillRef idx="0"/>
          <a:effectRef idx="0"/>
          <a:fontRef idx="minor"/>
        </p:style>
        <p:txBody>
          <a:bodyPr lIns="90000" tIns="45000" rIns="90000" bIns="45000" anchor="t">
            <a:spAutoFit/>
          </a:bodyPr>
          <a:p>
            <a:pPr marL="343080" indent="-343080" algn="just" defTabSz="914400">
              <a:lnSpc>
                <a:spcPct val="100000"/>
              </a:lnSpc>
              <a:buClr>
                <a:srgbClr val="000000"/>
              </a:buClr>
              <a:buFont typeface="Arial"/>
              <a:buChar char="•"/>
            </a:pPr>
            <a:r>
              <a:rPr lang="fr-MA" sz="2400" b="0" u="none" strike="noStrike">
                <a:solidFill>
                  <a:schemeClr val="dk1"/>
                </a:solidFill>
                <a:effectLst/>
                <a:uFillTx/>
                <a:latin typeface="Avenir Next LT Pro"/>
              </a:rPr>
              <a:t>3. Some of the most important skills in data science cannot be learned in lectures (e.g. understand a codebook, understand a dataset…)</a:t>
            </a:r>
            <a:endParaRPr lang="fr-FR" sz="2400" b="0" u="none" strike="noStrike">
              <a:solidFill>
                <a:srgbClr val="000000"/>
              </a:solidFill>
              <a:effectLst/>
              <a:uFillTx/>
              <a:latin typeface="Arial"/>
            </a:endParaRPr>
          </a:p>
        </p:txBody>
      </p:sp>
      <p:sp>
        <p:nvSpPr>
          <p:cNvPr id="79" name="ZoneTexte 6"/>
          <p:cNvSpPr/>
          <p:nvPr/>
        </p:nvSpPr>
        <p:spPr>
          <a:xfrm>
            <a:off x="0" y="5705280"/>
            <a:ext cx="12191400" cy="460800"/>
          </a:xfrm>
          <a:prstGeom prst="rect">
            <a:avLst/>
          </a:prstGeom>
          <a:noFill/>
          <a:ln w="0">
            <a:noFill/>
          </a:ln>
        </p:spPr>
        <p:style>
          <a:lnRef idx="0"/>
          <a:fillRef idx="0"/>
          <a:effectRef idx="0"/>
          <a:fontRef idx="minor"/>
        </p:style>
        <p:txBody>
          <a:bodyPr lIns="90000" tIns="45000" rIns="90000" bIns="45000" anchor="t">
            <a:spAutoFit/>
          </a:bodyPr>
          <a:p>
            <a:pPr marL="343080" indent="-343080" algn="just" defTabSz="914400">
              <a:lnSpc>
                <a:spcPct val="100000"/>
              </a:lnSpc>
              <a:buClr>
                <a:srgbClr val="000000"/>
              </a:buClr>
              <a:buFont typeface="Arial"/>
              <a:buChar char="•"/>
            </a:pPr>
            <a:r>
              <a:rPr lang="fr-MA" sz="2400" b="0" u="none" strike="noStrike">
                <a:solidFill>
                  <a:schemeClr val="dk1"/>
                </a:solidFill>
                <a:effectLst/>
                <a:uFillTx/>
                <a:latin typeface="Avenir Next LT Pro"/>
              </a:rPr>
              <a:t>4. I want you to build a portfolio of real data analysis</a:t>
            </a:r>
            <a:endParaRPr lang="fr-FR" sz="2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timing>
    <p:tnLst>
      <p:par>
        <p:cTn id="29" dur="indefinite" restart="never" nodeType="tmRoot">
          <p:childTnLst>
            <p:seq>
              <p:cTn id="30" dur="indefinite" nodeType="mainSeq">
                <p:childTnLst>
                  <p:par>
                    <p:cTn id="31" fill="hold">
                      <p:stCondLst>
                        <p:cond delay="indefinite"/>
                      </p:stCondLst>
                      <p:childTnLst>
                        <p:par>
                          <p:cTn id="32" fill="hold">
                            <p:stCondLst>
                              <p:cond delay="0"/>
                            </p:stCondLst>
                            <p:childTnLst>
                              <p:par>
                                <p:cTn id="33" presetID="1" presetClass="entr" fill="hold" nodeType="clickEffect">
                                  <p:stCondLst>
                                    <p:cond delay="0"/>
                                  </p:stCondLst>
                                  <p:childTnLst>
                                    <p:set>
                                      <p:cBhvr>
                                        <p:cTn id="34" dur="1" fill="hold">
                                          <p:stCondLst>
                                            <p:cond delay="0"/>
                                          </p:stCondLst>
                                        </p:cTn>
                                        <p:tgtEl>
                                          <p:spTgt spid="74"/>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fill="hold" nodeType="clickEffect">
                                  <p:stCondLst>
                                    <p:cond delay="0"/>
                                  </p:stCondLst>
                                  <p:childTnLst>
                                    <p:set>
                                      <p:cBhvr>
                                        <p:cTn id="38" dur="1" fill="hold">
                                          <p:stCondLst>
                                            <p:cond delay="0"/>
                                          </p:stCondLst>
                                        </p:cTn>
                                        <p:tgtEl>
                                          <p:spTgt spid="75"/>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fill="hold" nodeType="clickEffect">
                                  <p:stCondLst>
                                    <p:cond delay="0"/>
                                  </p:stCondLst>
                                  <p:childTnLst>
                                    <p:set>
                                      <p:cBhvr>
                                        <p:cTn id="42" dur="1" fill="hold">
                                          <p:stCondLst>
                                            <p:cond delay="0"/>
                                          </p:stCondLst>
                                        </p:cTn>
                                        <p:tgtEl>
                                          <p:spTgt spid="76"/>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fill="hold" nodeType="clickEffect">
                                  <p:stCondLst>
                                    <p:cond delay="0"/>
                                  </p:stCondLst>
                                  <p:childTnLst>
                                    <p:set>
                                      <p:cBhvr>
                                        <p:cTn id="46" dur="1" fill="hold">
                                          <p:stCondLst>
                                            <p:cond delay="0"/>
                                          </p:stCondLst>
                                        </p:cTn>
                                        <p:tgtEl>
                                          <p:spTgt spid="77"/>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fill="hold" nodeType="clickEffect">
                                  <p:stCondLst>
                                    <p:cond delay="0"/>
                                  </p:stCondLst>
                                  <p:childTnLst>
                                    <p:set>
                                      <p:cBhvr>
                                        <p:cTn id="50" dur="1" fill="hold">
                                          <p:stCondLst>
                                            <p:cond delay="0"/>
                                          </p:stCondLst>
                                        </p:cTn>
                                        <p:tgtEl>
                                          <p:spTgt spid="78"/>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fill="hold" nodeType="clickEffect">
                                  <p:stCondLst>
                                    <p:cond delay="0"/>
                                  </p:stCondLst>
                                  <p:childTnLst>
                                    <p:set>
                                      <p:cBhvr>
                                        <p:cTn id="54" dur="1" fill="hold">
                                          <p:stCondLst>
                                            <p:cond delay="0"/>
                                          </p:stCondLst>
                                        </p:cTn>
                                        <p:tgtEl>
                                          <p:spTgt spid="7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0" name="ZoneTexte 1"/>
          <p:cNvSpPr/>
          <p:nvPr/>
        </p:nvSpPr>
        <p:spPr>
          <a:xfrm>
            <a:off x="0" y="0"/>
            <a:ext cx="12191400" cy="759960"/>
          </a:xfrm>
          <a:prstGeom prst="rect">
            <a:avLst/>
          </a:prstGeom>
          <a:noFill/>
          <a:ln w="0">
            <a:noFill/>
          </a:ln>
        </p:spPr>
        <p:style>
          <a:lnRef idx="0"/>
          <a:fillRef idx="0"/>
          <a:effectRef idx="0"/>
          <a:fontRef idx="minor"/>
        </p:style>
        <p:txBody>
          <a:bodyPr lIns="90000" tIns="45000" rIns="90000" bIns="45000" anchor="t">
            <a:spAutoFit/>
          </a:bodyPr>
          <a:p>
            <a:pPr algn="just" defTabSz="914400">
              <a:lnSpc>
                <a:spcPct val="100000"/>
              </a:lnSpc>
            </a:pPr>
            <a:r>
              <a:rPr lang="fr-MA" sz="4400" b="1" u="none" strike="noStrike">
                <a:solidFill>
                  <a:schemeClr val="dk1"/>
                </a:solidFill>
                <a:effectLst/>
                <a:uFillTx/>
                <a:latin typeface="Avenir Next LT Pro"/>
              </a:rPr>
              <a:t>Technical skills are not enough :</a:t>
            </a:r>
            <a:endParaRPr lang="fr-FR" sz="4400" b="0" u="none" strike="noStrike">
              <a:solidFill>
                <a:srgbClr val="000000"/>
              </a:solidFill>
              <a:effectLst/>
              <a:uFillTx/>
              <a:latin typeface="Arial"/>
            </a:endParaRPr>
          </a:p>
        </p:txBody>
      </p:sp>
      <p:sp>
        <p:nvSpPr>
          <p:cNvPr id="81" name="ZoneTexte 3"/>
          <p:cNvSpPr/>
          <p:nvPr/>
        </p:nvSpPr>
        <p:spPr>
          <a:xfrm>
            <a:off x="773280" y="1894680"/>
            <a:ext cx="7086600" cy="460800"/>
          </a:xfrm>
          <a:prstGeom prst="rect">
            <a:avLst/>
          </a:prstGeom>
          <a:noFill/>
          <a:ln w="0">
            <a:noFill/>
          </a:ln>
        </p:spPr>
        <p:style>
          <a:lnRef idx="0"/>
          <a:fillRef idx="0"/>
          <a:effectRef idx="0"/>
          <a:fontRef idx="minor"/>
        </p:style>
        <p:txBody>
          <a:bodyPr lIns="90000" tIns="45000" rIns="90000" bIns="45000" anchor="t">
            <a:spAutoFit/>
          </a:bodyPr>
          <a:p>
            <a:pPr marL="343080" indent="-343080" algn="just" defTabSz="914400">
              <a:lnSpc>
                <a:spcPct val="100000"/>
              </a:lnSpc>
              <a:buClr>
                <a:srgbClr val="000000"/>
              </a:buClr>
              <a:buFont typeface="Arial"/>
              <a:buChar char="•"/>
            </a:pPr>
            <a:r>
              <a:rPr lang="fr-MA" sz="2400" b="0" u="none" strike="noStrike">
                <a:solidFill>
                  <a:schemeClr val="dk1"/>
                </a:solidFill>
                <a:effectLst/>
                <a:uFillTx/>
                <a:latin typeface="Avenir Next LT Pro"/>
              </a:rPr>
              <a:t>Generate an interesting, novel, precise hypothesis</a:t>
            </a:r>
            <a:endParaRPr lang="fr-FR" sz="2400" b="0" u="none" strike="noStrike">
              <a:solidFill>
                <a:srgbClr val="000000"/>
              </a:solidFill>
              <a:effectLst/>
              <a:uFillTx/>
              <a:latin typeface="Arial"/>
            </a:endParaRPr>
          </a:p>
        </p:txBody>
      </p:sp>
      <p:sp>
        <p:nvSpPr>
          <p:cNvPr id="82" name="ZoneTexte 4"/>
          <p:cNvSpPr/>
          <p:nvPr/>
        </p:nvSpPr>
        <p:spPr>
          <a:xfrm>
            <a:off x="773280" y="2748960"/>
            <a:ext cx="6406920" cy="830160"/>
          </a:xfrm>
          <a:prstGeom prst="rect">
            <a:avLst/>
          </a:prstGeom>
          <a:noFill/>
          <a:ln w="0">
            <a:noFill/>
          </a:ln>
        </p:spPr>
        <p:style>
          <a:lnRef idx="0"/>
          <a:fillRef idx="0"/>
          <a:effectRef idx="0"/>
          <a:fontRef idx="minor"/>
        </p:style>
        <p:txBody>
          <a:bodyPr lIns="90000" tIns="45000" rIns="90000" bIns="45000" anchor="t">
            <a:spAutoFit/>
          </a:bodyPr>
          <a:p>
            <a:pPr marL="343080" indent="-343080" algn="just" defTabSz="914400">
              <a:lnSpc>
                <a:spcPct val="100000"/>
              </a:lnSpc>
              <a:buClr>
                <a:srgbClr val="000000"/>
              </a:buClr>
              <a:buFont typeface="Arial"/>
              <a:buChar char="•"/>
            </a:pPr>
            <a:r>
              <a:rPr lang="fr-MA" sz="2400" b="0" u="none" strike="noStrike">
                <a:solidFill>
                  <a:schemeClr val="dk1"/>
                </a:solidFill>
                <a:effectLst/>
                <a:uFillTx/>
                <a:latin typeface="Avenir Next LT Pro"/>
              </a:rPr>
              <a:t>Determine which data analysis strategy is best to test the hypothesis </a:t>
            </a:r>
            <a:endParaRPr lang="fr-FR" sz="2400" b="0" u="none" strike="noStrike">
              <a:solidFill>
                <a:srgbClr val="000000"/>
              </a:solidFill>
              <a:effectLst/>
              <a:uFillTx/>
              <a:latin typeface="Arial"/>
            </a:endParaRPr>
          </a:p>
        </p:txBody>
      </p:sp>
      <p:sp>
        <p:nvSpPr>
          <p:cNvPr id="83" name="ZoneTexte 5"/>
          <p:cNvSpPr/>
          <p:nvPr/>
        </p:nvSpPr>
        <p:spPr>
          <a:xfrm>
            <a:off x="773280" y="3655080"/>
            <a:ext cx="11032200" cy="460800"/>
          </a:xfrm>
          <a:prstGeom prst="rect">
            <a:avLst/>
          </a:prstGeom>
          <a:noFill/>
          <a:ln w="0">
            <a:noFill/>
          </a:ln>
        </p:spPr>
        <p:style>
          <a:lnRef idx="0"/>
          <a:fillRef idx="0"/>
          <a:effectRef idx="0"/>
          <a:fontRef idx="minor"/>
        </p:style>
        <p:txBody>
          <a:bodyPr lIns="90000" tIns="45000" rIns="90000" bIns="45000" anchor="t">
            <a:spAutoFit/>
          </a:bodyPr>
          <a:p>
            <a:pPr marL="343080" indent="-343080" algn="just" defTabSz="914400">
              <a:lnSpc>
                <a:spcPct val="100000"/>
              </a:lnSpc>
              <a:buClr>
                <a:srgbClr val="000000"/>
              </a:buClr>
              <a:buFont typeface="Arial"/>
              <a:buChar char="•"/>
            </a:pPr>
            <a:r>
              <a:rPr lang="fr-MA" sz="2400" b="0" u="none" strike="noStrike">
                <a:solidFill>
                  <a:schemeClr val="dk1"/>
                </a:solidFill>
                <a:effectLst/>
                <a:uFillTx/>
                <a:latin typeface="Avenir Next LT Pro"/>
              </a:rPr>
              <a:t>Code the data analysis in R</a:t>
            </a:r>
            <a:endParaRPr lang="fr-FR" sz="2400" b="0" u="none" strike="noStrike">
              <a:solidFill>
                <a:srgbClr val="000000"/>
              </a:solidFill>
              <a:effectLst/>
              <a:uFillTx/>
              <a:latin typeface="Arial"/>
            </a:endParaRPr>
          </a:p>
        </p:txBody>
      </p:sp>
      <p:sp>
        <p:nvSpPr>
          <p:cNvPr id="84" name="ZoneTexte 6"/>
          <p:cNvSpPr/>
          <p:nvPr/>
        </p:nvSpPr>
        <p:spPr>
          <a:xfrm>
            <a:off x="773280" y="4354200"/>
            <a:ext cx="7086600" cy="830160"/>
          </a:xfrm>
          <a:prstGeom prst="rect">
            <a:avLst/>
          </a:prstGeom>
          <a:noFill/>
          <a:ln w="0">
            <a:noFill/>
          </a:ln>
        </p:spPr>
        <p:style>
          <a:lnRef idx="0"/>
          <a:fillRef idx="0"/>
          <a:effectRef idx="0"/>
          <a:fontRef idx="minor"/>
        </p:style>
        <p:txBody>
          <a:bodyPr lIns="90000" tIns="45000" rIns="90000" bIns="45000" anchor="t">
            <a:spAutoFit/>
          </a:bodyPr>
          <a:p>
            <a:pPr marL="343080" indent="-343080" algn="just" defTabSz="914400">
              <a:lnSpc>
                <a:spcPct val="100000"/>
              </a:lnSpc>
              <a:buClr>
                <a:srgbClr val="000000"/>
              </a:buClr>
              <a:buFont typeface="Arial"/>
              <a:buChar char="•"/>
            </a:pPr>
            <a:r>
              <a:rPr lang="fr-MA" sz="2400" b="0" u="none" strike="noStrike">
                <a:solidFill>
                  <a:schemeClr val="dk1"/>
                </a:solidFill>
                <a:effectLst/>
                <a:uFillTx/>
                <a:latin typeface="Avenir Next LT Pro"/>
              </a:rPr>
              <a:t>Communicate results effectively (write up a research report, visualize data…)</a:t>
            </a:r>
            <a:endParaRPr lang="fr-FR" sz="2400" b="0" u="none" strike="noStrike">
              <a:solidFill>
                <a:srgbClr val="000000"/>
              </a:solidFill>
              <a:effectLst/>
              <a:uFillTx/>
              <a:latin typeface="Arial"/>
            </a:endParaRPr>
          </a:p>
        </p:txBody>
      </p:sp>
      <p:sp>
        <p:nvSpPr>
          <p:cNvPr id="85" name="Accolade fermante 7"/>
          <p:cNvSpPr/>
          <p:nvPr/>
        </p:nvSpPr>
        <p:spPr>
          <a:xfrm>
            <a:off x="9180000" y="2880000"/>
            <a:ext cx="250920" cy="1339560"/>
          </a:xfrm>
          <a:prstGeom prst="rightBrace">
            <a:avLst>
              <a:gd name="adj1" fmla="val 8333"/>
              <a:gd name="adj2" fmla="val 50000"/>
            </a:avLst>
          </a:prstGeom>
          <a:noFill/>
          <a:ln w="38100">
            <a:solidFill>
              <a:srgbClr val="000000"/>
            </a:solidFill>
          </a:ln>
        </p:spPr>
        <p:style>
          <a:lnRef idx="1">
            <a:schemeClr val="dk1"/>
          </a:lnRef>
          <a:fillRef idx="0">
            <a:schemeClr val="dk1"/>
          </a:fillRef>
          <a:effectRef idx="0">
            <a:schemeClr val="dk1"/>
          </a:effectRef>
          <a:fontRef idx="minor"/>
        </p:style>
        <p:txBody>
          <a:bodyPr lIns="90000" tIns="45000" rIns="90000" bIns="45000" anchor="ctr">
            <a:noAutofit/>
          </a:bodyPr>
          <a:p>
            <a:pPr algn="ctr" defTabSz="914400">
              <a:lnSpc>
                <a:spcPct val="100000"/>
              </a:lnSpc>
            </a:pPr>
            <a:endParaRPr lang="fr-MA" sz="1800" b="0" u="none" strike="noStrike">
              <a:solidFill>
                <a:schemeClr val="dk1"/>
              </a:solidFill>
              <a:effectLst/>
              <a:uFillTx/>
              <a:latin typeface="Avenir Next LT Pro"/>
            </a:endParaRPr>
          </a:p>
        </p:txBody>
      </p:sp>
      <p:sp>
        <p:nvSpPr>
          <p:cNvPr id="86" name="Accolade fermante 8"/>
          <p:cNvSpPr/>
          <p:nvPr/>
        </p:nvSpPr>
        <p:spPr>
          <a:xfrm>
            <a:off x="6660000" y="3655080"/>
            <a:ext cx="250920" cy="460800"/>
          </a:xfrm>
          <a:prstGeom prst="rightBrace">
            <a:avLst>
              <a:gd name="adj1" fmla="val 8333"/>
              <a:gd name="adj2" fmla="val 50000"/>
            </a:avLst>
          </a:prstGeom>
          <a:noFill/>
          <a:ln w="38100">
            <a:solidFill>
              <a:srgbClr val="000000"/>
            </a:solidFill>
          </a:ln>
        </p:spPr>
        <p:style>
          <a:lnRef idx="1">
            <a:schemeClr val="dk1"/>
          </a:lnRef>
          <a:fillRef idx="0">
            <a:schemeClr val="dk1"/>
          </a:fillRef>
          <a:effectRef idx="0">
            <a:schemeClr val="dk1"/>
          </a:effectRef>
          <a:fontRef idx="minor"/>
        </p:style>
        <p:txBody>
          <a:bodyPr lIns="90000" tIns="45000" rIns="90000" bIns="45000" anchor="ctr">
            <a:noAutofit/>
          </a:bodyPr>
          <a:p>
            <a:pPr algn="ctr" defTabSz="914400">
              <a:lnSpc>
                <a:spcPct val="100000"/>
              </a:lnSpc>
            </a:pPr>
            <a:endParaRPr lang="fr-MA" sz="1800" b="0" u="none" strike="noStrike">
              <a:solidFill>
                <a:schemeClr val="dk1"/>
              </a:solidFill>
              <a:effectLst/>
              <a:uFillTx/>
              <a:latin typeface="Avenir Next LT Pro"/>
            </a:endParaRPr>
          </a:p>
        </p:txBody>
      </p:sp>
      <p:sp>
        <p:nvSpPr>
          <p:cNvPr id="87" name="ZoneTexte 9"/>
          <p:cNvSpPr/>
          <p:nvPr/>
        </p:nvSpPr>
        <p:spPr>
          <a:xfrm>
            <a:off x="6911640" y="3698640"/>
            <a:ext cx="2261520" cy="374040"/>
          </a:xfrm>
          <a:prstGeom prst="rect">
            <a:avLst/>
          </a:prstGeom>
          <a:noFill/>
          <a:ln w="0">
            <a:noFill/>
          </a:ln>
        </p:spPr>
        <p:style>
          <a:lnRef idx="0"/>
          <a:fillRef idx="0"/>
          <a:effectRef idx="0"/>
          <a:fontRef idx="minor"/>
        </p:style>
        <p:txBody>
          <a:bodyPr lIns="90000" tIns="45000" rIns="90000" bIns="45000" anchor="t">
            <a:spAutoFit/>
          </a:bodyPr>
          <a:p>
            <a:pPr algn="just" defTabSz="914400">
              <a:lnSpc>
                <a:spcPct val="100000"/>
              </a:lnSpc>
            </a:pPr>
            <a:r>
              <a:rPr lang="fr-MA" sz="1800" b="1" u="none" strike="noStrike">
                <a:solidFill>
                  <a:schemeClr val="dk1"/>
                </a:solidFill>
                <a:effectLst/>
                <a:uFillTx/>
                <a:latin typeface="Avenir Next LT Pro"/>
              </a:rPr>
              <a:t>Programming</a:t>
            </a:r>
            <a:endParaRPr lang="fr-FR" sz="1800" b="0" u="none" strike="noStrike">
              <a:solidFill>
                <a:srgbClr val="000000"/>
              </a:solidFill>
              <a:effectLst/>
              <a:uFillTx/>
              <a:latin typeface="Arial"/>
            </a:endParaRPr>
          </a:p>
        </p:txBody>
      </p:sp>
      <p:sp>
        <p:nvSpPr>
          <p:cNvPr id="88" name="ZoneTexte 10"/>
          <p:cNvSpPr/>
          <p:nvPr/>
        </p:nvSpPr>
        <p:spPr>
          <a:xfrm>
            <a:off x="9544320" y="3362760"/>
            <a:ext cx="2261520" cy="374040"/>
          </a:xfrm>
          <a:prstGeom prst="rect">
            <a:avLst/>
          </a:prstGeom>
          <a:noFill/>
          <a:ln w="0">
            <a:noFill/>
          </a:ln>
        </p:spPr>
        <p:style>
          <a:lnRef idx="0"/>
          <a:fillRef idx="0"/>
          <a:effectRef idx="0"/>
          <a:fontRef idx="minor"/>
        </p:style>
        <p:txBody>
          <a:bodyPr lIns="90000" tIns="45000" rIns="90000" bIns="45000" anchor="t">
            <a:spAutoFit/>
          </a:bodyPr>
          <a:p>
            <a:pPr algn="just" defTabSz="914400">
              <a:lnSpc>
                <a:spcPct val="100000"/>
              </a:lnSpc>
            </a:pPr>
            <a:r>
              <a:rPr lang="fr-MA" sz="1800" b="1" u="none" strike="noStrike">
                <a:solidFill>
                  <a:schemeClr val="dk1"/>
                </a:solidFill>
                <a:effectLst/>
                <a:uFillTx/>
                <a:latin typeface="Avenir Next LT Pro"/>
              </a:rPr>
              <a:t>« Technical » skills</a:t>
            </a:r>
            <a:endParaRPr lang="fr-FR" sz="1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timing>
    <p:tnLst>
      <p:par>
        <p:cTn id="55" dur="indefinite" restart="never" nodeType="tmRoot">
          <p:childTnLst>
            <p:seq>
              <p:cTn id="56" dur="indefinite" nodeType="mainSeq">
                <p:childTnLst>
                  <p:par>
                    <p:cTn id="57" fill="hold">
                      <p:stCondLst>
                        <p:cond delay="indefinite"/>
                      </p:stCondLst>
                      <p:childTnLst>
                        <p:par>
                          <p:cTn id="58" fill="hold">
                            <p:stCondLst>
                              <p:cond delay="0"/>
                            </p:stCondLst>
                            <p:childTnLst>
                              <p:par>
                                <p:cTn id="59" presetID="1" presetClass="entr" fill="hold" nodeType="clickEffect">
                                  <p:stCondLst>
                                    <p:cond delay="0"/>
                                  </p:stCondLst>
                                  <p:childTnLst>
                                    <p:set>
                                      <p:cBhvr>
                                        <p:cTn id="60" dur="1" fill="hold">
                                          <p:stCondLst>
                                            <p:cond delay="0"/>
                                          </p:stCondLst>
                                        </p:cTn>
                                        <p:tgtEl>
                                          <p:spTgt spid="81"/>
                                        </p:tgtEl>
                                        <p:attrNameLst>
                                          <p:attrName>style.visibility</p:attrName>
                                        </p:attrNameLst>
                                      </p:cBhvr>
                                      <p:to>
                                        <p:strVal val="visible"/>
                                      </p:to>
                                    </p:set>
                                  </p:childTnLst>
                                </p:cTn>
                              </p:par>
                            </p:childTnLst>
                          </p:cTn>
                        </p:par>
                      </p:childTnLst>
                    </p:cTn>
                  </p:par>
                  <p:par>
                    <p:cTn id="61" fill="hold">
                      <p:stCondLst>
                        <p:cond delay="indefinite"/>
                      </p:stCondLst>
                      <p:childTnLst>
                        <p:par>
                          <p:cTn id="62" fill="hold">
                            <p:stCondLst>
                              <p:cond delay="0"/>
                            </p:stCondLst>
                            <p:childTnLst>
                              <p:par>
                                <p:cTn id="63" presetID="1" presetClass="entr" fill="hold" nodeType="clickEffect">
                                  <p:stCondLst>
                                    <p:cond delay="0"/>
                                  </p:stCondLst>
                                  <p:childTnLst>
                                    <p:set>
                                      <p:cBhvr>
                                        <p:cTn id="64" dur="1" fill="hold">
                                          <p:stCondLst>
                                            <p:cond delay="0"/>
                                          </p:stCondLst>
                                        </p:cTn>
                                        <p:tgtEl>
                                          <p:spTgt spid="82"/>
                                        </p:tgtEl>
                                        <p:attrNameLst>
                                          <p:attrName>style.visibility</p:attrName>
                                        </p:attrNameLst>
                                      </p:cBhvr>
                                      <p:to>
                                        <p:strVal val="visible"/>
                                      </p:to>
                                    </p:set>
                                  </p:childTnLst>
                                </p:cTn>
                              </p:par>
                            </p:childTnLst>
                          </p:cTn>
                        </p:par>
                      </p:childTnLst>
                    </p:cTn>
                  </p:par>
                  <p:par>
                    <p:cTn id="65" fill="hold">
                      <p:stCondLst>
                        <p:cond delay="indefinite"/>
                      </p:stCondLst>
                      <p:childTnLst>
                        <p:par>
                          <p:cTn id="66" fill="hold">
                            <p:stCondLst>
                              <p:cond delay="0"/>
                            </p:stCondLst>
                            <p:childTnLst>
                              <p:par>
                                <p:cTn id="67" presetID="1" presetClass="entr" fill="hold" nodeType="clickEffect">
                                  <p:stCondLst>
                                    <p:cond delay="0"/>
                                  </p:stCondLst>
                                  <p:childTnLst>
                                    <p:set>
                                      <p:cBhvr>
                                        <p:cTn id="68" dur="1" fill="hold">
                                          <p:stCondLst>
                                            <p:cond delay="0"/>
                                          </p:stCondLst>
                                        </p:cTn>
                                        <p:tgtEl>
                                          <p:spTgt spid="83"/>
                                        </p:tgtEl>
                                        <p:attrNameLst>
                                          <p:attrName>style.visibility</p:attrName>
                                        </p:attrNameLst>
                                      </p:cBhvr>
                                      <p:to>
                                        <p:strVal val="visible"/>
                                      </p:to>
                                    </p:set>
                                  </p:childTnLst>
                                </p:cTn>
                              </p:par>
                            </p:childTnLst>
                          </p:cTn>
                        </p:par>
                      </p:childTnLst>
                    </p:cTn>
                  </p:par>
                  <p:par>
                    <p:cTn id="69" fill="hold">
                      <p:stCondLst>
                        <p:cond delay="indefinite"/>
                      </p:stCondLst>
                      <p:childTnLst>
                        <p:par>
                          <p:cTn id="70" fill="hold">
                            <p:stCondLst>
                              <p:cond delay="0"/>
                            </p:stCondLst>
                            <p:childTnLst>
                              <p:par>
                                <p:cTn id="71" presetID="1" presetClass="entr" fill="hold" nodeType="clickEffect">
                                  <p:stCondLst>
                                    <p:cond delay="0"/>
                                  </p:stCondLst>
                                  <p:childTnLst>
                                    <p:set>
                                      <p:cBhvr>
                                        <p:cTn id="72" dur="1" fill="hold">
                                          <p:stCondLst>
                                            <p:cond delay="0"/>
                                          </p:stCondLst>
                                        </p:cTn>
                                        <p:tgtEl>
                                          <p:spTgt spid="84"/>
                                        </p:tgtEl>
                                        <p:attrNameLst>
                                          <p:attrName>style.visibility</p:attrName>
                                        </p:attrNameLst>
                                      </p:cBhvr>
                                      <p:to>
                                        <p:strVal val="visible"/>
                                      </p:to>
                                    </p:set>
                                  </p:childTnLst>
                                </p:cTn>
                              </p:par>
                            </p:childTnLst>
                          </p:cTn>
                        </p:par>
                      </p:childTnLst>
                    </p:cTn>
                  </p:par>
                  <p:par>
                    <p:cTn id="73" fill="hold">
                      <p:stCondLst>
                        <p:cond delay="indefinite"/>
                      </p:stCondLst>
                      <p:childTnLst>
                        <p:par>
                          <p:cTn id="74" fill="hold">
                            <p:stCondLst>
                              <p:cond delay="0"/>
                            </p:stCondLst>
                            <p:childTnLst>
                              <p:par>
                                <p:cTn id="75" presetID="1" presetClass="entr" fill="hold" nodeType="clickEffect">
                                  <p:stCondLst>
                                    <p:cond delay="0"/>
                                  </p:stCondLst>
                                  <p:childTnLst>
                                    <p:set>
                                      <p:cBhvr>
                                        <p:cTn id="76" dur="1" fill="hold">
                                          <p:stCondLst>
                                            <p:cond delay="0"/>
                                          </p:stCondLst>
                                        </p:cTn>
                                        <p:tgtEl>
                                          <p:spTgt spid="86"/>
                                        </p:tgtEl>
                                        <p:attrNameLst>
                                          <p:attrName>style.visibility</p:attrName>
                                        </p:attrNameLst>
                                      </p:cBhvr>
                                      <p:to>
                                        <p:strVal val="visible"/>
                                      </p:to>
                                    </p:set>
                                  </p:childTnLst>
                                </p:cTn>
                              </p:par>
                              <p:par>
                                <p:cTn id="77" presetID="1" presetClass="entr" fill="hold" nodeType="withEffect">
                                  <p:stCondLst>
                                    <p:cond delay="0"/>
                                  </p:stCondLst>
                                  <p:childTnLst>
                                    <p:set>
                                      <p:cBhvr>
                                        <p:cTn id="78" dur="1" fill="hold">
                                          <p:stCondLst>
                                            <p:cond delay="0"/>
                                          </p:stCondLst>
                                        </p:cTn>
                                        <p:tgtEl>
                                          <p:spTgt spid="87"/>
                                        </p:tgtEl>
                                        <p:attrNameLst>
                                          <p:attrName>style.visibility</p:attrName>
                                        </p:attrNameLst>
                                      </p:cBhvr>
                                      <p:to>
                                        <p:strVal val="visible"/>
                                      </p:to>
                                    </p:set>
                                  </p:childTnLst>
                                </p:cTn>
                              </p:par>
                            </p:childTnLst>
                          </p:cTn>
                        </p:par>
                      </p:childTnLst>
                    </p:cTn>
                  </p:par>
                  <p:par>
                    <p:cTn id="79" fill="hold">
                      <p:stCondLst>
                        <p:cond delay="indefinite"/>
                      </p:stCondLst>
                      <p:childTnLst>
                        <p:par>
                          <p:cTn id="80" fill="hold">
                            <p:stCondLst>
                              <p:cond delay="0"/>
                            </p:stCondLst>
                            <p:childTnLst>
                              <p:par>
                                <p:cTn id="81" presetID="1" presetClass="entr" fill="hold" nodeType="clickEffect">
                                  <p:stCondLst>
                                    <p:cond delay="0"/>
                                  </p:stCondLst>
                                  <p:childTnLst>
                                    <p:set>
                                      <p:cBhvr>
                                        <p:cTn id="82" dur="1" fill="hold">
                                          <p:stCondLst>
                                            <p:cond delay="0"/>
                                          </p:stCondLst>
                                        </p:cTn>
                                        <p:tgtEl>
                                          <p:spTgt spid="85"/>
                                        </p:tgtEl>
                                        <p:attrNameLst>
                                          <p:attrName>style.visibility</p:attrName>
                                        </p:attrNameLst>
                                      </p:cBhvr>
                                      <p:to>
                                        <p:strVal val="visible"/>
                                      </p:to>
                                    </p:set>
                                  </p:childTnLst>
                                </p:cTn>
                              </p:par>
                              <p:par>
                                <p:cTn id="83" presetID="1" presetClass="entr" fill="hold" nodeType="withEffect">
                                  <p:stCondLst>
                                    <p:cond delay="0"/>
                                  </p:stCondLst>
                                  <p:childTnLst>
                                    <p:set>
                                      <p:cBhvr>
                                        <p:cTn id="84" dur="1" fill="hold">
                                          <p:stCondLst>
                                            <p:cond delay="0"/>
                                          </p:stCondLst>
                                        </p:cTn>
                                        <p:tgtEl>
                                          <p:spTgt spid="88"/>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9" name="ZoneTexte 1"/>
          <p:cNvSpPr/>
          <p:nvPr/>
        </p:nvSpPr>
        <p:spPr>
          <a:xfrm>
            <a:off x="0" y="0"/>
            <a:ext cx="12191400" cy="759960"/>
          </a:xfrm>
          <a:prstGeom prst="rect">
            <a:avLst/>
          </a:prstGeom>
          <a:noFill/>
          <a:ln w="0">
            <a:noFill/>
          </a:ln>
        </p:spPr>
        <p:style>
          <a:lnRef idx="0"/>
          <a:fillRef idx="0"/>
          <a:effectRef idx="0"/>
          <a:fontRef idx="minor"/>
        </p:style>
        <p:txBody>
          <a:bodyPr lIns="90000" tIns="45000" rIns="90000" bIns="45000" anchor="t">
            <a:spAutoFit/>
          </a:bodyPr>
          <a:p>
            <a:pPr algn="just" defTabSz="914400">
              <a:lnSpc>
                <a:spcPct val="100000"/>
              </a:lnSpc>
            </a:pPr>
            <a:r>
              <a:rPr lang="fr-MA" sz="4400" b="1" u="none" strike="noStrike">
                <a:solidFill>
                  <a:schemeClr val="dk1"/>
                </a:solidFill>
                <a:effectLst/>
                <a:uFillTx/>
                <a:latin typeface="Avenir Next LT Pro"/>
              </a:rPr>
              <a:t>Evaluation</a:t>
            </a:r>
            <a:endParaRPr lang="fr-FR" sz="4400" b="0" u="none" strike="noStrike">
              <a:solidFill>
                <a:srgbClr val="000000"/>
              </a:solidFill>
              <a:effectLst/>
              <a:uFillTx/>
              <a:latin typeface="Arial"/>
            </a:endParaRPr>
          </a:p>
        </p:txBody>
      </p:sp>
      <p:sp>
        <p:nvSpPr>
          <p:cNvPr id="90" name="ZoneTexte 2"/>
          <p:cNvSpPr/>
          <p:nvPr/>
        </p:nvSpPr>
        <p:spPr>
          <a:xfrm>
            <a:off x="360" y="1800000"/>
            <a:ext cx="12191400" cy="821160"/>
          </a:xfrm>
          <a:prstGeom prst="rect">
            <a:avLst/>
          </a:prstGeom>
          <a:noFill/>
          <a:ln w="0">
            <a:noFill/>
          </a:ln>
        </p:spPr>
        <p:style>
          <a:lnRef idx="0"/>
          <a:fillRef idx="0"/>
          <a:effectRef idx="0"/>
          <a:fontRef idx="minor"/>
        </p:style>
        <p:txBody>
          <a:bodyPr lIns="90000" tIns="45000" rIns="90000" bIns="45000" anchor="t">
            <a:spAutoFit/>
          </a:bodyPr>
          <a:p>
            <a:pPr marL="343080" indent="-343080" algn="just" defTabSz="914400">
              <a:lnSpc>
                <a:spcPct val="100000"/>
              </a:lnSpc>
              <a:buClr>
                <a:srgbClr val="000000"/>
              </a:buClr>
              <a:buFont typeface="Arial"/>
              <a:buChar char="•"/>
            </a:pPr>
            <a:r>
              <a:rPr lang="fr-MA" sz="2400" b="0" u="none" strike="noStrike">
                <a:solidFill>
                  <a:schemeClr val="dk1"/>
                </a:solidFill>
                <a:effectLst/>
                <a:uFillTx/>
                <a:latin typeface="Avenir Next LT Pro"/>
              </a:rPr>
              <a:t>(20%) </a:t>
            </a:r>
            <a:r>
              <a:rPr lang="fr-MA" sz="2400" b="1" u="none" strike="noStrike">
                <a:solidFill>
                  <a:schemeClr val="dk1"/>
                </a:solidFill>
                <a:effectLst/>
                <a:uFillTx/>
                <a:latin typeface="Avenir Next LT Pro"/>
              </a:rPr>
              <a:t>Two research reports</a:t>
            </a:r>
            <a:r>
              <a:rPr lang="fr-MA" sz="2400" b="0" u="none" strike="noStrike">
                <a:solidFill>
                  <a:schemeClr val="dk1"/>
                </a:solidFill>
                <a:effectLst/>
                <a:uFillTx/>
                <a:latin typeface="Avenir Next LT Pro"/>
              </a:rPr>
              <a:t> (10% each ; part of the note is oral presentation)</a:t>
            </a:r>
            <a:endParaRPr lang="fr-FR" sz="2400" b="0" u="none" strike="noStrike">
              <a:solidFill>
                <a:srgbClr val="000000"/>
              </a:solidFill>
              <a:effectLst/>
              <a:uFillTx/>
              <a:latin typeface="Arial"/>
            </a:endParaRPr>
          </a:p>
        </p:txBody>
      </p:sp>
      <p:sp>
        <p:nvSpPr>
          <p:cNvPr id="91" name="ZoneTexte 3"/>
          <p:cNvSpPr/>
          <p:nvPr/>
        </p:nvSpPr>
        <p:spPr>
          <a:xfrm>
            <a:off x="360" y="2720880"/>
            <a:ext cx="12191400" cy="455400"/>
          </a:xfrm>
          <a:prstGeom prst="rect">
            <a:avLst/>
          </a:prstGeom>
          <a:noFill/>
          <a:ln w="0">
            <a:noFill/>
          </a:ln>
        </p:spPr>
        <p:style>
          <a:lnRef idx="0"/>
          <a:fillRef idx="0"/>
          <a:effectRef idx="0"/>
          <a:fontRef idx="minor"/>
        </p:style>
        <p:txBody>
          <a:bodyPr lIns="90000" tIns="45000" rIns="90000" bIns="45000" anchor="t">
            <a:spAutoFit/>
          </a:bodyPr>
          <a:p>
            <a:pPr marL="343080" indent="-343080" algn="just" defTabSz="914400">
              <a:lnSpc>
                <a:spcPct val="100000"/>
              </a:lnSpc>
              <a:buClr>
                <a:srgbClr val="000000"/>
              </a:buClr>
              <a:buFont typeface="Arial"/>
              <a:buChar char="•"/>
            </a:pPr>
            <a:r>
              <a:rPr lang="fr-MA" sz="2400" b="0" u="none" strike="noStrike">
                <a:solidFill>
                  <a:schemeClr val="dk1"/>
                </a:solidFill>
                <a:effectLst/>
                <a:uFillTx/>
                <a:latin typeface="Avenir Next LT Pro"/>
              </a:rPr>
              <a:t>(30%) </a:t>
            </a:r>
            <a:r>
              <a:rPr lang="fr-MA" sz="2400" b="1" u="none" strike="noStrike">
                <a:solidFill>
                  <a:schemeClr val="dk1"/>
                </a:solidFill>
                <a:effectLst/>
                <a:uFillTx/>
                <a:latin typeface="Avenir Next LT Pro"/>
              </a:rPr>
              <a:t>Midterms</a:t>
            </a:r>
            <a:r>
              <a:rPr lang="fr-MA" sz="2400" b="0" u="none" strike="noStrike">
                <a:solidFill>
                  <a:schemeClr val="dk1"/>
                </a:solidFill>
                <a:effectLst/>
                <a:uFillTx/>
                <a:latin typeface="Avenir Next LT Pro"/>
              </a:rPr>
              <a:t>: 2-hour pen-and-paper analysis of a real dataset in class</a:t>
            </a:r>
            <a:endParaRPr lang="fr-FR" sz="2400" b="0" u="none" strike="noStrike">
              <a:solidFill>
                <a:srgbClr val="000000"/>
              </a:solidFill>
              <a:effectLst/>
              <a:uFillTx/>
              <a:latin typeface="Arial"/>
            </a:endParaRPr>
          </a:p>
        </p:txBody>
      </p:sp>
      <p:sp>
        <p:nvSpPr>
          <p:cNvPr id="92" name="ZoneTexte 4"/>
          <p:cNvSpPr/>
          <p:nvPr/>
        </p:nvSpPr>
        <p:spPr>
          <a:xfrm>
            <a:off x="360" y="3321720"/>
            <a:ext cx="12191400" cy="455400"/>
          </a:xfrm>
          <a:prstGeom prst="rect">
            <a:avLst/>
          </a:prstGeom>
          <a:noFill/>
          <a:ln w="0">
            <a:noFill/>
          </a:ln>
        </p:spPr>
        <p:style>
          <a:lnRef idx="0"/>
          <a:fillRef idx="0"/>
          <a:effectRef idx="0"/>
          <a:fontRef idx="minor"/>
        </p:style>
        <p:txBody>
          <a:bodyPr lIns="90000" tIns="45000" rIns="90000" bIns="45000" anchor="t">
            <a:spAutoFit/>
          </a:bodyPr>
          <a:p>
            <a:pPr marL="343080" indent="-343080" algn="just" defTabSz="914400">
              <a:lnSpc>
                <a:spcPct val="100000"/>
              </a:lnSpc>
              <a:buClr>
                <a:srgbClr val="000000"/>
              </a:buClr>
              <a:buFont typeface="Arial"/>
              <a:buChar char="•"/>
            </a:pPr>
            <a:r>
              <a:rPr lang="fr-MA" sz="2400" b="0" u="none" strike="noStrike">
                <a:solidFill>
                  <a:schemeClr val="dk1"/>
                </a:solidFill>
                <a:effectLst/>
                <a:uFillTx/>
                <a:latin typeface="Avenir Next LT Pro"/>
              </a:rPr>
              <a:t>(40%) </a:t>
            </a:r>
            <a:r>
              <a:rPr lang="fr-MA" sz="2400" b="1" u="none" strike="noStrike">
                <a:solidFill>
                  <a:schemeClr val="dk1"/>
                </a:solidFill>
                <a:effectLst/>
                <a:uFillTx/>
                <a:latin typeface="Avenir Next LT Pro"/>
              </a:rPr>
              <a:t>Final exam</a:t>
            </a:r>
            <a:r>
              <a:rPr lang="fr-MA" sz="2400" b="0" u="none" strike="noStrike">
                <a:solidFill>
                  <a:schemeClr val="dk1"/>
                </a:solidFill>
                <a:effectLst/>
                <a:uFillTx/>
                <a:latin typeface="Avenir Next LT Pro"/>
              </a:rPr>
              <a:t>:</a:t>
            </a:r>
            <a:r>
              <a:rPr lang="fr-MA" sz="2400" b="1" u="none" strike="noStrike">
                <a:solidFill>
                  <a:schemeClr val="dk1"/>
                </a:solidFill>
                <a:effectLst/>
                <a:uFillTx/>
                <a:latin typeface="Avenir Next LT Pro"/>
              </a:rPr>
              <a:t> </a:t>
            </a:r>
            <a:r>
              <a:rPr lang="fr-MA" sz="2400" b="0" u="none" strike="noStrike">
                <a:solidFill>
                  <a:schemeClr val="dk1"/>
                </a:solidFill>
                <a:effectLst/>
                <a:uFillTx/>
                <a:latin typeface="Avenir Next LT Pro"/>
              </a:rPr>
              <a:t>3-hour pen-and-paper analysis of a real dataset in class</a:t>
            </a:r>
            <a:endParaRPr lang="fr-FR" sz="2400" b="0" u="none" strike="noStrike">
              <a:solidFill>
                <a:srgbClr val="000000"/>
              </a:solidFill>
              <a:effectLst/>
              <a:uFillTx/>
              <a:latin typeface="Arial"/>
            </a:endParaRPr>
          </a:p>
        </p:txBody>
      </p:sp>
      <p:sp>
        <p:nvSpPr>
          <p:cNvPr id="93" name="ZoneTexte 5"/>
          <p:cNvSpPr/>
          <p:nvPr/>
        </p:nvSpPr>
        <p:spPr>
          <a:xfrm>
            <a:off x="360" y="3920040"/>
            <a:ext cx="12191400" cy="821160"/>
          </a:xfrm>
          <a:prstGeom prst="rect">
            <a:avLst/>
          </a:prstGeom>
          <a:noFill/>
          <a:ln w="0">
            <a:noFill/>
          </a:ln>
        </p:spPr>
        <p:style>
          <a:lnRef idx="0"/>
          <a:fillRef idx="0"/>
          <a:effectRef idx="0"/>
          <a:fontRef idx="minor"/>
        </p:style>
        <p:txBody>
          <a:bodyPr lIns="90000" tIns="45000" rIns="90000" bIns="45000" anchor="t">
            <a:spAutoFit/>
          </a:bodyPr>
          <a:p>
            <a:pPr marL="343080" indent="-343080" algn="just" defTabSz="914400">
              <a:lnSpc>
                <a:spcPct val="100000"/>
              </a:lnSpc>
              <a:buClr>
                <a:srgbClr val="000000"/>
              </a:buClr>
              <a:buFont typeface="Arial"/>
              <a:buChar char="•"/>
            </a:pPr>
            <a:r>
              <a:rPr lang="fr-MA" sz="2400" b="0" u="none" strike="noStrike">
                <a:solidFill>
                  <a:schemeClr val="dk1"/>
                </a:solidFill>
                <a:effectLst/>
                <a:uFillTx/>
                <a:latin typeface="Avenir Next LT Pro"/>
              </a:rPr>
              <a:t>(10%) </a:t>
            </a:r>
            <a:r>
              <a:rPr lang="fr-MA" sz="2400" b="1" u="none" strike="noStrike">
                <a:solidFill>
                  <a:schemeClr val="dk1"/>
                </a:solidFill>
                <a:effectLst/>
                <a:uFillTx/>
                <a:latin typeface="Avenir Next LT Pro"/>
              </a:rPr>
              <a:t>Participation &amp; attendance </a:t>
            </a:r>
            <a:r>
              <a:rPr lang="fr-MA" sz="2400" b="0" u="none" strike="noStrike">
                <a:solidFill>
                  <a:schemeClr val="dk1"/>
                </a:solidFill>
                <a:effectLst/>
                <a:uFillTx/>
                <a:latin typeface="Avenir Next LT Pro"/>
              </a:rPr>
              <a:t>(includes the quality of the short test; interventions in class)</a:t>
            </a:r>
            <a:endParaRPr lang="fr-FR" sz="2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timing>
    <p:tnLst>
      <p:par>
        <p:cTn id="85" dur="indefinite" restart="never" nodeType="tmRoot">
          <p:childTnLst>
            <p:seq>
              <p:cTn id="86" dur="indefinite" nodeType="mainSeq">
                <p:childTnLst>
                  <p:par>
                    <p:cTn id="87" fill="hold">
                      <p:stCondLst>
                        <p:cond delay="indefinite"/>
                      </p:stCondLst>
                      <p:childTnLst>
                        <p:par>
                          <p:cTn id="88" fill="hold">
                            <p:stCondLst>
                              <p:cond delay="0"/>
                            </p:stCondLst>
                            <p:childTnLst>
                              <p:par>
                                <p:cTn id="89" presetID="1" presetClass="entr" fill="hold" nodeType="clickEffect">
                                  <p:stCondLst>
                                    <p:cond delay="0"/>
                                  </p:stCondLst>
                                  <p:childTnLst>
                                    <p:set>
                                      <p:cBhvr>
                                        <p:cTn id="90" dur="1" fill="hold">
                                          <p:stCondLst>
                                            <p:cond delay="0"/>
                                          </p:stCondLst>
                                        </p:cTn>
                                        <p:tgtEl>
                                          <p:spTgt spid="90"/>
                                        </p:tgtEl>
                                        <p:attrNameLst>
                                          <p:attrName>style.visibility</p:attrName>
                                        </p:attrNameLst>
                                      </p:cBhvr>
                                      <p:to>
                                        <p:strVal val="visible"/>
                                      </p:to>
                                    </p:set>
                                  </p:childTnLst>
                                </p:cTn>
                              </p:par>
                            </p:childTnLst>
                          </p:cTn>
                        </p:par>
                      </p:childTnLst>
                    </p:cTn>
                  </p:par>
                  <p:par>
                    <p:cTn id="91" fill="hold">
                      <p:stCondLst>
                        <p:cond delay="indefinite"/>
                      </p:stCondLst>
                      <p:childTnLst>
                        <p:par>
                          <p:cTn id="92" fill="hold">
                            <p:stCondLst>
                              <p:cond delay="0"/>
                            </p:stCondLst>
                            <p:childTnLst>
                              <p:par>
                                <p:cTn id="93" presetID="1" presetClass="entr" fill="hold" nodeType="clickEffect">
                                  <p:stCondLst>
                                    <p:cond delay="0"/>
                                  </p:stCondLst>
                                  <p:childTnLst>
                                    <p:set>
                                      <p:cBhvr>
                                        <p:cTn id="94" dur="1" fill="hold">
                                          <p:stCondLst>
                                            <p:cond delay="0"/>
                                          </p:stCondLst>
                                        </p:cTn>
                                        <p:tgtEl>
                                          <p:spTgt spid="91"/>
                                        </p:tgtEl>
                                        <p:attrNameLst>
                                          <p:attrName>style.visibility</p:attrName>
                                        </p:attrNameLst>
                                      </p:cBhvr>
                                      <p:to>
                                        <p:strVal val="visible"/>
                                      </p:to>
                                    </p:set>
                                  </p:childTnLst>
                                </p:cTn>
                              </p:par>
                            </p:childTnLst>
                          </p:cTn>
                        </p:par>
                      </p:childTnLst>
                    </p:cTn>
                  </p:par>
                  <p:par>
                    <p:cTn id="95" fill="hold">
                      <p:stCondLst>
                        <p:cond delay="indefinite"/>
                      </p:stCondLst>
                      <p:childTnLst>
                        <p:par>
                          <p:cTn id="96" fill="hold">
                            <p:stCondLst>
                              <p:cond delay="0"/>
                            </p:stCondLst>
                            <p:childTnLst>
                              <p:par>
                                <p:cTn id="97" presetID="1" presetClass="entr" fill="hold" nodeType="clickEffect">
                                  <p:stCondLst>
                                    <p:cond delay="0"/>
                                  </p:stCondLst>
                                  <p:childTnLst>
                                    <p:set>
                                      <p:cBhvr>
                                        <p:cTn id="98" dur="1" fill="hold">
                                          <p:stCondLst>
                                            <p:cond delay="0"/>
                                          </p:stCondLst>
                                        </p:cTn>
                                        <p:tgtEl>
                                          <p:spTgt spid="92"/>
                                        </p:tgtEl>
                                        <p:attrNameLst>
                                          <p:attrName>style.visibility</p:attrName>
                                        </p:attrNameLst>
                                      </p:cBhvr>
                                      <p:to>
                                        <p:strVal val="visible"/>
                                      </p:to>
                                    </p:set>
                                  </p:childTnLst>
                                </p:cTn>
                              </p:par>
                            </p:childTnLst>
                          </p:cTn>
                        </p:par>
                      </p:childTnLst>
                    </p:cTn>
                  </p:par>
                  <p:par>
                    <p:cTn id="99" fill="hold">
                      <p:stCondLst>
                        <p:cond delay="indefinite"/>
                      </p:stCondLst>
                      <p:childTnLst>
                        <p:par>
                          <p:cTn id="100" fill="hold">
                            <p:stCondLst>
                              <p:cond delay="0"/>
                            </p:stCondLst>
                            <p:childTnLst>
                              <p:par>
                                <p:cTn id="101" presetID="1" presetClass="entr" fill="hold" nodeType="clickEffect">
                                  <p:stCondLst>
                                    <p:cond delay="0"/>
                                  </p:stCondLst>
                                  <p:childTnLst>
                                    <p:set>
                                      <p:cBhvr>
                                        <p:cTn id="102" dur="1" fill="hold">
                                          <p:stCondLst>
                                            <p:cond delay="0"/>
                                          </p:stCondLst>
                                        </p:cTn>
                                        <p:tgtEl>
                                          <p:spTgt spid="9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94" name=""/>
          <p:cNvPicPr/>
          <p:nvPr/>
        </p:nvPicPr>
        <p:blipFill>
          <a:blip r:embed="rId1"/>
          <a:stretch/>
        </p:blipFill>
        <p:spPr>
          <a:xfrm>
            <a:off x="4993560" y="540000"/>
            <a:ext cx="6346080" cy="5957280"/>
          </a:xfrm>
          <a:prstGeom prst="rect">
            <a:avLst/>
          </a:prstGeom>
          <a:noFill/>
          <a:ln w="0">
            <a:noFill/>
          </a:ln>
        </p:spPr>
      </p:pic>
      <p:graphicFrame>
        <p:nvGraphicFramePr>
          <p:cNvPr id="95" name=""/>
          <p:cNvGraphicFramePr/>
          <p:nvPr/>
        </p:nvGraphicFramePr>
        <p:xfrm>
          <a:off x="-217800" y="2576160"/>
          <a:ext cx="6720480" cy="1269000"/>
        </p:xfrm>
        <a:graphic>
          <a:graphicData uri="http://schemas.openxmlformats.org/presentationml/2006/ole">
            <p:oleObj progId="Word.Document.12" r:id="rId2" spid="">
              <p:embed/>
              <p:pic>
                <p:nvPicPr>
                  <p:cNvPr id="96" name=""/>
                  <p:cNvPicPr/>
                  <p:nvPr/>
                </p:nvPicPr>
                <p:blipFill>
                  <a:blip r:embed="rId3"/>
                  <a:stretch/>
                </p:blipFill>
                <p:spPr>
                  <a:xfrm>
                    <a:off x="-217800" y="2576160"/>
                    <a:ext cx="6720480" cy="1269000"/>
                  </a:xfrm>
                  <a:prstGeom prst="rect">
                    <a:avLst/>
                  </a:prstGeom>
                  <a:noFill/>
                  <a:ln w="0">
                    <a:noFill/>
                  </a:ln>
                </p:spPr>
              </p:pic>
            </p:oleObj>
          </a:graphicData>
        </a:graphic>
      </p:graphicFrame>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7" name="ZoneTexte 19"/>
          <p:cNvSpPr/>
          <p:nvPr/>
        </p:nvSpPr>
        <p:spPr>
          <a:xfrm>
            <a:off x="360" y="3019320"/>
            <a:ext cx="12191400" cy="759960"/>
          </a:xfrm>
          <a:prstGeom prst="rect">
            <a:avLst/>
          </a:prstGeom>
          <a:noFill/>
          <a:ln w="0">
            <a:noFill/>
          </a:ln>
        </p:spPr>
        <p:style>
          <a:lnRef idx="0"/>
          <a:fillRef idx="0"/>
          <a:effectRef idx="0"/>
          <a:fontRef idx="minor"/>
        </p:style>
        <p:txBody>
          <a:bodyPr lIns="90000" tIns="45000" rIns="90000" bIns="45000" anchor="t" anchorCtr="1">
            <a:spAutoFit/>
          </a:bodyPr>
          <a:p>
            <a:pPr algn="ctr" defTabSz="914400">
              <a:lnSpc>
                <a:spcPct val="100000"/>
              </a:lnSpc>
            </a:pPr>
            <a:r>
              <a:rPr lang="fr-MA" sz="4400" b="1" u="none" strike="noStrike">
                <a:solidFill>
                  <a:schemeClr val="dk1"/>
                </a:solidFill>
                <a:effectLst/>
                <a:uFillTx/>
                <a:latin typeface="Avenir Next LT Pro"/>
              </a:rPr>
              <a:t>Syllabus</a:t>
            </a:r>
            <a:endParaRPr lang="fr-FR" sz="4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8" name="ZoneTexte 1"/>
          <p:cNvSpPr/>
          <p:nvPr/>
        </p:nvSpPr>
        <p:spPr>
          <a:xfrm>
            <a:off x="0" y="0"/>
            <a:ext cx="12191400" cy="768600"/>
          </a:xfrm>
          <a:prstGeom prst="rect">
            <a:avLst/>
          </a:prstGeom>
          <a:noFill/>
          <a:ln w="0">
            <a:noFill/>
          </a:ln>
        </p:spPr>
        <p:style>
          <a:lnRef idx="0"/>
          <a:fillRef idx="0"/>
          <a:effectRef idx="0"/>
          <a:fontRef idx="minor"/>
        </p:style>
        <p:txBody>
          <a:bodyPr lIns="90000" tIns="45000" rIns="90000" bIns="45000" anchor="t">
            <a:spAutoFit/>
          </a:bodyPr>
          <a:p>
            <a:pPr algn="just" defTabSz="914400">
              <a:lnSpc>
                <a:spcPct val="100000"/>
              </a:lnSpc>
            </a:pPr>
            <a:r>
              <a:rPr lang="fr-MA" sz="4400" b="1" u="none" strike="noStrike">
                <a:solidFill>
                  <a:schemeClr val="dk1"/>
                </a:solidFill>
                <a:effectLst/>
                <a:uFillTx/>
                <a:latin typeface="Avenir Next LT Pro"/>
              </a:rPr>
              <a:t>Organization of the class</a:t>
            </a:r>
            <a:endParaRPr lang="fr-FR" sz="4400" b="0" u="none" strike="noStrike">
              <a:solidFill>
                <a:srgbClr val="000000"/>
              </a:solidFill>
              <a:effectLst/>
              <a:uFillTx/>
              <a:latin typeface="Arial"/>
            </a:endParaRPr>
          </a:p>
        </p:txBody>
      </p:sp>
      <p:sp>
        <p:nvSpPr>
          <p:cNvPr id="99" name="ZoneTexte 2"/>
          <p:cNvSpPr/>
          <p:nvPr/>
        </p:nvSpPr>
        <p:spPr>
          <a:xfrm>
            <a:off x="0" y="1760040"/>
            <a:ext cx="12191400" cy="460800"/>
          </a:xfrm>
          <a:prstGeom prst="rect">
            <a:avLst/>
          </a:prstGeom>
          <a:noFill/>
          <a:ln w="0">
            <a:noFill/>
          </a:ln>
        </p:spPr>
        <p:style>
          <a:lnRef idx="0"/>
          <a:fillRef idx="0"/>
          <a:effectRef idx="0"/>
          <a:fontRef idx="minor"/>
        </p:style>
        <p:txBody>
          <a:bodyPr lIns="90000" tIns="45000" rIns="90000" bIns="45000" anchor="t">
            <a:spAutoFit/>
          </a:bodyPr>
          <a:p>
            <a:pPr marL="343080" indent="-343080" algn="just" defTabSz="914400">
              <a:lnSpc>
                <a:spcPct val="100000"/>
              </a:lnSpc>
              <a:buClr>
                <a:srgbClr val="000000"/>
              </a:buClr>
              <a:buFont typeface="Arial"/>
              <a:buChar char="•"/>
            </a:pPr>
            <a:r>
              <a:rPr lang="fr-MA" sz="2400" b="0" u="none" strike="noStrike">
                <a:solidFill>
                  <a:schemeClr val="dk1"/>
                </a:solidFill>
                <a:effectLst/>
                <a:uFillTx/>
                <a:latin typeface="Avenir Next LT Pro"/>
              </a:rPr>
              <a:t>(5 minutes) </a:t>
            </a:r>
            <a:r>
              <a:rPr lang="fr-MA" sz="2400" b="1" u="none" strike="noStrike">
                <a:solidFill>
                  <a:schemeClr val="dk1"/>
                </a:solidFill>
                <a:effectLst/>
                <a:uFillTx/>
                <a:latin typeface="Avenir Next LT Pro"/>
              </a:rPr>
              <a:t>short quizz </a:t>
            </a:r>
            <a:r>
              <a:rPr lang="fr-MA" sz="2400" b="0" u="none" strike="noStrike">
                <a:solidFill>
                  <a:schemeClr val="dk1"/>
                </a:solidFill>
                <a:effectLst/>
                <a:uFillTx/>
                <a:latin typeface="Avenir Next LT Pro"/>
              </a:rPr>
              <a:t>on Canvas on class material from the previous week</a:t>
            </a:r>
            <a:endParaRPr lang="fr-FR" sz="2400" b="0" u="none" strike="noStrike">
              <a:solidFill>
                <a:srgbClr val="000000"/>
              </a:solidFill>
              <a:effectLst/>
              <a:uFillTx/>
              <a:latin typeface="Arial"/>
            </a:endParaRPr>
          </a:p>
        </p:txBody>
      </p:sp>
      <p:sp>
        <p:nvSpPr>
          <p:cNvPr id="100" name="ZoneTexte 3"/>
          <p:cNvSpPr/>
          <p:nvPr/>
        </p:nvSpPr>
        <p:spPr>
          <a:xfrm>
            <a:off x="0" y="2598840"/>
            <a:ext cx="12191400" cy="455400"/>
          </a:xfrm>
          <a:prstGeom prst="rect">
            <a:avLst/>
          </a:prstGeom>
          <a:noFill/>
          <a:ln w="0">
            <a:noFill/>
          </a:ln>
        </p:spPr>
        <p:style>
          <a:lnRef idx="0"/>
          <a:fillRef idx="0"/>
          <a:effectRef idx="0"/>
          <a:fontRef idx="minor"/>
        </p:style>
        <p:txBody>
          <a:bodyPr lIns="90000" tIns="45000" rIns="90000" bIns="45000" anchor="t">
            <a:spAutoFit/>
          </a:bodyPr>
          <a:p>
            <a:pPr marL="343080" indent="-343080" algn="just" defTabSz="914400">
              <a:lnSpc>
                <a:spcPct val="100000"/>
              </a:lnSpc>
              <a:buClr>
                <a:srgbClr val="000000"/>
              </a:buClr>
              <a:buFont typeface="Arial"/>
              <a:buChar char="•"/>
            </a:pPr>
            <a:r>
              <a:rPr lang="fr-MA" sz="2400" b="0" u="none" strike="noStrike">
                <a:solidFill>
                  <a:schemeClr val="dk1"/>
                </a:solidFill>
                <a:effectLst/>
                <a:uFillTx/>
                <a:latin typeface="Avenir Next LT Pro"/>
              </a:rPr>
              <a:t>(15 minutes) </a:t>
            </a:r>
            <a:r>
              <a:rPr lang="fr-MA" sz="2400" b="1" u="none" strike="noStrike">
                <a:solidFill>
                  <a:schemeClr val="dk1"/>
                </a:solidFill>
                <a:effectLst/>
                <a:uFillTx/>
                <a:latin typeface="Avenir Next LT Pro"/>
              </a:rPr>
              <a:t>Q&amp;A discussion</a:t>
            </a:r>
            <a:r>
              <a:rPr lang="fr-MA" sz="2400" b="0" u="none" strike="noStrike">
                <a:solidFill>
                  <a:schemeClr val="dk1"/>
                </a:solidFill>
                <a:effectLst/>
                <a:uFillTx/>
                <a:latin typeface="Avenir Next LT Pro"/>
              </a:rPr>
              <a:t> on previous homework</a:t>
            </a:r>
            <a:endParaRPr lang="fr-FR" sz="2400" b="0" u="none" strike="noStrike">
              <a:solidFill>
                <a:srgbClr val="000000"/>
              </a:solidFill>
              <a:effectLst/>
              <a:uFillTx/>
              <a:latin typeface="Arial"/>
            </a:endParaRPr>
          </a:p>
        </p:txBody>
      </p:sp>
      <p:sp>
        <p:nvSpPr>
          <p:cNvPr id="101" name="ZoneTexte 4"/>
          <p:cNvSpPr/>
          <p:nvPr/>
        </p:nvSpPr>
        <p:spPr>
          <a:xfrm>
            <a:off x="360" y="3240000"/>
            <a:ext cx="12191400" cy="455400"/>
          </a:xfrm>
          <a:prstGeom prst="rect">
            <a:avLst/>
          </a:prstGeom>
          <a:noFill/>
          <a:ln w="0">
            <a:noFill/>
          </a:ln>
        </p:spPr>
        <p:style>
          <a:lnRef idx="0"/>
          <a:fillRef idx="0"/>
          <a:effectRef idx="0"/>
          <a:fontRef idx="minor"/>
        </p:style>
        <p:txBody>
          <a:bodyPr lIns="90000" tIns="45000" rIns="90000" bIns="45000" anchor="t">
            <a:spAutoFit/>
          </a:bodyPr>
          <a:p>
            <a:pPr marL="343080" indent="-343080" algn="just" defTabSz="914400">
              <a:lnSpc>
                <a:spcPct val="100000"/>
              </a:lnSpc>
              <a:buClr>
                <a:srgbClr val="000000"/>
              </a:buClr>
              <a:buFont typeface="Arial"/>
              <a:buChar char="•"/>
            </a:pPr>
            <a:r>
              <a:rPr lang="fr-MA" sz="2400" b="0" u="none" strike="noStrike">
                <a:solidFill>
                  <a:schemeClr val="dk1"/>
                </a:solidFill>
                <a:effectLst/>
                <a:uFillTx/>
                <a:latin typeface="Avenir Next LT Pro"/>
              </a:rPr>
              <a:t>(Remaining 1h20 or 2h20) </a:t>
            </a:r>
            <a:r>
              <a:rPr lang="fr-MA" sz="2400" b="1" u="none" strike="noStrike">
                <a:solidFill>
                  <a:schemeClr val="dk1"/>
                </a:solidFill>
                <a:effectLst/>
                <a:uFillTx/>
                <a:latin typeface="Avenir Next LT Pro"/>
              </a:rPr>
              <a:t>Practical work (TP)</a:t>
            </a:r>
            <a:r>
              <a:rPr lang="fr-MA" sz="2400" b="0" u="none" strike="noStrike">
                <a:solidFill>
                  <a:schemeClr val="dk1"/>
                </a:solidFill>
                <a:effectLst/>
                <a:uFillTx/>
                <a:latin typeface="Avenir Next LT Pro"/>
              </a:rPr>
              <a:t> data analysis concepts</a:t>
            </a:r>
            <a:endParaRPr lang="fr-FR" sz="2400" b="0" u="none" strike="noStrike">
              <a:solidFill>
                <a:srgbClr val="000000"/>
              </a:solidFill>
              <a:effectLst/>
              <a:uFillTx/>
              <a:latin typeface="Arial"/>
            </a:endParaRPr>
          </a:p>
        </p:txBody>
      </p:sp>
      <p:sp>
        <p:nvSpPr>
          <p:cNvPr id="102" name="ZoneTexte 6"/>
          <p:cNvSpPr/>
          <p:nvPr/>
        </p:nvSpPr>
        <p:spPr>
          <a:xfrm>
            <a:off x="360" y="4328280"/>
            <a:ext cx="12191400" cy="460800"/>
          </a:xfrm>
          <a:prstGeom prst="rect">
            <a:avLst/>
          </a:prstGeom>
          <a:noFill/>
          <a:ln w="0">
            <a:noFill/>
          </a:ln>
        </p:spPr>
        <p:style>
          <a:lnRef idx="0"/>
          <a:fillRef idx="0"/>
          <a:effectRef idx="0"/>
          <a:fontRef idx="minor"/>
        </p:style>
        <p:txBody>
          <a:bodyPr lIns="90000" tIns="45000" rIns="90000" bIns="45000" anchor="t">
            <a:spAutoFit/>
          </a:bodyPr>
          <a:p>
            <a:pPr marL="343080" indent="-343080" algn="just" defTabSz="914400">
              <a:lnSpc>
                <a:spcPct val="100000"/>
              </a:lnSpc>
              <a:buClr>
                <a:srgbClr val="000000"/>
              </a:buClr>
              <a:buFont typeface="Arial"/>
              <a:buChar char="•"/>
            </a:pPr>
            <a:r>
              <a:rPr lang="fr-MA" sz="2400" b="0" u="none" strike="noStrike">
                <a:solidFill>
                  <a:schemeClr val="dk1"/>
                </a:solidFill>
                <a:effectLst/>
                <a:uFillTx/>
                <a:latin typeface="Avenir Next LT Pro"/>
              </a:rPr>
              <a:t>Mandatory readings </a:t>
            </a:r>
            <a:endParaRPr lang="fr-FR" sz="2400" b="0" u="none" strike="noStrike">
              <a:solidFill>
                <a:srgbClr val="000000"/>
              </a:solidFill>
              <a:effectLst/>
              <a:uFillTx/>
              <a:latin typeface="Arial"/>
            </a:endParaRPr>
          </a:p>
        </p:txBody>
      </p:sp>
      <p:sp>
        <p:nvSpPr>
          <p:cNvPr id="103" name="ZoneTexte 7"/>
          <p:cNvSpPr/>
          <p:nvPr/>
        </p:nvSpPr>
        <p:spPr>
          <a:xfrm>
            <a:off x="360" y="4933800"/>
            <a:ext cx="12191400" cy="455400"/>
          </a:xfrm>
          <a:prstGeom prst="rect">
            <a:avLst/>
          </a:prstGeom>
          <a:noFill/>
          <a:ln w="0">
            <a:noFill/>
          </a:ln>
        </p:spPr>
        <p:style>
          <a:lnRef idx="0"/>
          <a:fillRef idx="0"/>
          <a:effectRef idx="0"/>
          <a:fontRef idx="minor"/>
        </p:style>
        <p:txBody>
          <a:bodyPr lIns="90000" tIns="45000" rIns="90000" bIns="45000" anchor="t">
            <a:spAutoFit/>
          </a:bodyPr>
          <a:p>
            <a:pPr marL="343080" indent="-343080" algn="just" defTabSz="914400">
              <a:lnSpc>
                <a:spcPct val="100000"/>
              </a:lnSpc>
              <a:buClr>
                <a:srgbClr val="000000"/>
              </a:buClr>
              <a:buFont typeface="Arial"/>
              <a:buChar char="•"/>
            </a:pPr>
            <a:r>
              <a:rPr lang="fr-MA" sz="2400" b="0" u="none" strike="noStrike">
                <a:solidFill>
                  <a:schemeClr val="dk1"/>
                </a:solidFill>
                <a:effectLst/>
                <a:uFillTx/>
                <a:latin typeface="Avenir Next LT Pro"/>
              </a:rPr>
              <a:t>One additional step in your research reports</a:t>
            </a:r>
            <a:endParaRPr lang="fr-FR" sz="2400" b="0" u="none" strike="noStrike">
              <a:solidFill>
                <a:srgbClr val="000000"/>
              </a:solidFill>
              <a:effectLst/>
              <a:uFillTx/>
              <a:latin typeface="Arial"/>
            </a:endParaRPr>
          </a:p>
        </p:txBody>
      </p:sp>
      <p:sp>
        <p:nvSpPr>
          <p:cNvPr id="104" name="ZoneTexte 8"/>
          <p:cNvSpPr/>
          <p:nvPr/>
        </p:nvSpPr>
        <p:spPr>
          <a:xfrm>
            <a:off x="360" y="3866760"/>
            <a:ext cx="12191400" cy="455400"/>
          </a:xfrm>
          <a:prstGeom prst="rect">
            <a:avLst/>
          </a:prstGeom>
          <a:noFill/>
          <a:ln w="0">
            <a:noFill/>
          </a:ln>
        </p:spPr>
        <p:style>
          <a:lnRef idx="0"/>
          <a:fillRef idx="0"/>
          <a:effectRef idx="0"/>
          <a:fontRef idx="minor"/>
        </p:style>
        <p:txBody>
          <a:bodyPr lIns="90000" tIns="45000" rIns="90000" bIns="45000" anchor="t">
            <a:spAutoFit/>
          </a:bodyPr>
          <a:p>
            <a:pPr algn="just" defTabSz="914400">
              <a:lnSpc>
                <a:spcPct val="100000"/>
              </a:lnSpc>
            </a:pPr>
            <a:r>
              <a:rPr lang="fr-MA" sz="2400" b="1" u="none" strike="noStrike">
                <a:solidFill>
                  <a:schemeClr val="dk1"/>
                </a:solidFill>
                <a:effectLst/>
                <a:uFillTx/>
                <a:latin typeface="Avenir Next LT Pro"/>
              </a:rPr>
              <a:t>At home</a:t>
            </a:r>
            <a:endParaRPr lang="fr-FR" sz="2400" b="0" u="none" strike="noStrike">
              <a:solidFill>
                <a:srgbClr val="000000"/>
              </a:solidFill>
              <a:effectLst/>
              <a:uFillTx/>
              <a:latin typeface="Arial"/>
            </a:endParaRPr>
          </a:p>
        </p:txBody>
      </p:sp>
      <p:sp>
        <p:nvSpPr>
          <p:cNvPr id="105" name="ZoneTexte 9"/>
          <p:cNvSpPr/>
          <p:nvPr/>
        </p:nvSpPr>
        <p:spPr>
          <a:xfrm>
            <a:off x="0" y="1215000"/>
            <a:ext cx="12191400" cy="460800"/>
          </a:xfrm>
          <a:prstGeom prst="rect">
            <a:avLst/>
          </a:prstGeom>
          <a:noFill/>
          <a:ln w="0">
            <a:noFill/>
          </a:ln>
        </p:spPr>
        <p:style>
          <a:lnRef idx="0"/>
          <a:fillRef idx="0"/>
          <a:effectRef idx="0"/>
          <a:fontRef idx="minor"/>
        </p:style>
        <p:txBody>
          <a:bodyPr lIns="90000" tIns="45000" rIns="90000" bIns="45000" anchor="t">
            <a:spAutoFit/>
          </a:bodyPr>
          <a:p>
            <a:pPr algn="just" defTabSz="914400">
              <a:lnSpc>
                <a:spcPct val="100000"/>
              </a:lnSpc>
            </a:pPr>
            <a:r>
              <a:rPr lang="fr-MA" sz="2400" b="1" u="none" strike="noStrike">
                <a:solidFill>
                  <a:schemeClr val="dk1"/>
                </a:solidFill>
                <a:effectLst/>
                <a:uFillTx/>
                <a:latin typeface="Avenir Next LT Pro"/>
              </a:rPr>
              <a:t>In class</a:t>
            </a:r>
            <a:endParaRPr lang="fr-FR" sz="2400" b="0" u="none" strike="noStrike">
              <a:solidFill>
                <a:srgbClr val="000000"/>
              </a:solidFill>
              <a:effectLst/>
              <a:uFillTx/>
              <a:latin typeface="Arial"/>
            </a:endParaRPr>
          </a:p>
        </p:txBody>
      </p:sp>
      <p:sp>
        <p:nvSpPr>
          <p:cNvPr id="106" name="ZoneTexte 17"/>
          <p:cNvSpPr/>
          <p:nvPr/>
        </p:nvSpPr>
        <p:spPr>
          <a:xfrm>
            <a:off x="360" y="5580000"/>
            <a:ext cx="12191400" cy="455400"/>
          </a:xfrm>
          <a:prstGeom prst="rect">
            <a:avLst/>
          </a:prstGeom>
          <a:noFill/>
          <a:ln w="0">
            <a:noFill/>
          </a:ln>
        </p:spPr>
        <p:style>
          <a:lnRef idx="0"/>
          <a:fillRef idx="0"/>
          <a:effectRef idx="0"/>
          <a:fontRef idx="minor"/>
        </p:style>
        <p:txBody>
          <a:bodyPr lIns="90000" tIns="45000" rIns="90000" bIns="45000" anchor="t">
            <a:spAutoFit/>
          </a:bodyPr>
          <a:p>
            <a:pPr algn="just" defTabSz="914400">
              <a:lnSpc>
                <a:spcPct val="100000"/>
              </a:lnSpc>
            </a:pPr>
            <a:r>
              <a:rPr lang="fr-MA" sz="2400" b="1" u="none" strike="noStrike">
                <a:solidFill>
                  <a:schemeClr val="dk1"/>
                </a:solidFill>
                <a:effectLst/>
                <a:uFillTx/>
                <a:latin typeface="Avenir Next LT Pro"/>
              </a:rPr>
              <a:t>Office hours</a:t>
            </a:r>
            <a:endParaRPr lang="fr-FR" sz="2400" b="0" u="none" strike="noStrike">
              <a:solidFill>
                <a:srgbClr val="000000"/>
              </a:solidFill>
              <a:effectLst/>
              <a:uFillTx/>
              <a:latin typeface="Arial"/>
            </a:endParaRPr>
          </a:p>
        </p:txBody>
      </p:sp>
      <p:sp>
        <p:nvSpPr>
          <p:cNvPr id="107" name="ZoneTexte 18"/>
          <p:cNvSpPr/>
          <p:nvPr/>
        </p:nvSpPr>
        <p:spPr>
          <a:xfrm>
            <a:off x="360" y="6036120"/>
            <a:ext cx="12191400" cy="455400"/>
          </a:xfrm>
          <a:prstGeom prst="rect">
            <a:avLst/>
          </a:prstGeom>
          <a:noFill/>
          <a:ln w="0">
            <a:noFill/>
          </a:ln>
        </p:spPr>
        <p:style>
          <a:lnRef idx="0"/>
          <a:fillRef idx="0"/>
          <a:effectRef idx="0"/>
          <a:fontRef idx="minor"/>
        </p:style>
        <p:txBody>
          <a:bodyPr lIns="90000" tIns="45000" rIns="90000" bIns="45000" anchor="t">
            <a:spAutoFit/>
          </a:bodyPr>
          <a:p>
            <a:pPr marL="343080" indent="-343080" algn="just" defTabSz="914400">
              <a:lnSpc>
                <a:spcPct val="100000"/>
              </a:lnSpc>
              <a:buClr>
                <a:srgbClr val="000000"/>
              </a:buClr>
              <a:buFont typeface="Arial"/>
              <a:buChar char="•"/>
            </a:pPr>
            <a:r>
              <a:rPr lang="fr-MA" sz="2400" b="0" u="none" strike="noStrike">
                <a:solidFill>
                  <a:schemeClr val="dk1"/>
                </a:solidFill>
                <a:effectLst/>
                <a:uFillTx/>
                <a:latin typeface="Avenir Next LT Pro"/>
              </a:rPr>
              <a:t>Weekly schedule : TBD, but </a:t>
            </a:r>
            <a:r>
              <a:rPr lang="fr-MA" sz="2400" b="1" u="none" strike="noStrike">
                <a:solidFill>
                  <a:schemeClr val="dk1"/>
                </a:solidFill>
                <a:effectLst/>
                <a:uFillTx/>
                <a:latin typeface="Avenir Next LT Pro"/>
              </a:rPr>
              <a:t>always e-mail me first</a:t>
            </a:r>
            <a:r>
              <a:rPr lang="fr-MA" sz="2400" b="0" u="none" strike="noStrike">
                <a:solidFill>
                  <a:schemeClr val="dk1"/>
                </a:solidFill>
                <a:effectLst/>
                <a:uFillTx/>
                <a:latin typeface="Avenir Next LT Pro"/>
              </a:rPr>
              <a:t>. </a:t>
            </a:r>
            <a:endParaRPr lang="fr-FR" sz="2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timing>
    <p:tnLst>
      <p:par>
        <p:cTn id="103" dur="indefinite" restart="never" nodeType="tmRoot">
          <p:childTnLst>
            <p:seq>
              <p:cTn id="104" dur="indefinite" nodeType="mainSeq">
                <p:childTnLst>
                  <p:par>
                    <p:cTn id="105" fill="hold">
                      <p:stCondLst>
                        <p:cond delay="indefinite"/>
                      </p:stCondLst>
                      <p:childTnLst>
                        <p:par>
                          <p:cTn id="106" fill="hold">
                            <p:stCondLst>
                              <p:cond delay="0"/>
                            </p:stCondLst>
                            <p:childTnLst>
                              <p:par>
                                <p:cTn id="107" presetID="1" presetClass="entr" fill="hold" nodeType="clickEffect">
                                  <p:stCondLst>
                                    <p:cond delay="0"/>
                                  </p:stCondLst>
                                  <p:childTnLst>
                                    <p:set>
                                      <p:cBhvr>
                                        <p:cTn id="108" dur="1" fill="hold">
                                          <p:stCondLst>
                                            <p:cond delay="0"/>
                                          </p:stCondLst>
                                        </p:cTn>
                                        <p:tgtEl>
                                          <p:spTgt spid="105"/>
                                        </p:tgtEl>
                                        <p:attrNameLst>
                                          <p:attrName>style.visibility</p:attrName>
                                        </p:attrNameLst>
                                      </p:cBhvr>
                                      <p:to>
                                        <p:strVal val="visible"/>
                                      </p:to>
                                    </p:set>
                                  </p:childTnLst>
                                </p:cTn>
                              </p:par>
                            </p:childTnLst>
                          </p:cTn>
                        </p:par>
                      </p:childTnLst>
                    </p:cTn>
                  </p:par>
                  <p:par>
                    <p:cTn id="109" fill="hold">
                      <p:stCondLst>
                        <p:cond delay="indefinite"/>
                      </p:stCondLst>
                      <p:childTnLst>
                        <p:par>
                          <p:cTn id="110" fill="hold">
                            <p:stCondLst>
                              <p:cond delay="0"/>
                            </p:stCondLst>
                            <p:childTnLst>
                              <p:par>
                                <p:cTn id="111" presetID="1" presetClass="entr" fill="hold" nodeType="clickEffect">
                                  <p:stCondLst>
                                    <p:cond delay="0"/>
                                  </p:stCondLst>
                                  <p:childTnLst>
                                    <p:set>
                                      <p:cBhvr>
                                        <p:cTn id="112" dur="1" fill="hold">
                                          <p:stCondLst>
                                            <p:cond delay="0"/>
                                          </p:stCondLst>
                                        </p:cTn>
                                        <p:tgtEl>
                                          <p:spTgt spid="99"/>
                                        </p:tgtEl>
                                        <p:attrNameLst>
                                          <p:attrName>style.visibility</p:attrName>
                                        </p:attrNameLst>
                                      </p:cBhvr>
                                      <p:to>
                                        <p:strVal val="visible"/>
                                      </p:to>
                                    </p:set>
                                  </p:childTnLst>
                                </p:cTn>
                              </p:par>
                            </p:childTnLst>
                          </p:cTn>
                        </p:par>
                      </p:childTnLst>
                    </p:cTn>
                  </p:par>
                  <p:par>
                    <p:cTn id="113" fill="hold">
                      <p:stCondLst>
                        <p:cond delay="indefinite"/>
                      </p:stCondLst>
                      <p:childTnLst>
                        <p:par>
                          <p:cTn id="114" fill="hold">
                            <p:stCondLst>
                              <p:cond delay="0"/>
                            </p:stCondLst>
                            <p:childTnLst>
                              <p:par>
                                <p:cTn id="115" presetID="1" presetClass="entr" fill="hold" nodeType="clickEffect">
                                  <p:stCondLst>
                                    <p:cond delay="0"/>
                                  </p:stCondLst>
                                  <p:childTnLst>
                                    <p:set>
                                      <p:cBhvr>
                                        <p:cTn id="116" dur="1" fill="hold">
                                          <p:stCondLst>
                                            <p:cond delay="0"/>
                                          </p:stCondLst>
                                        </p:cTn>
                                        <p:tgtEl>
                                          <p:spTgt spid="100"/>
                                        </p:tgtEl>
                                        <p:attrNameLst>
                                          <p:attrName>style.visibility</p:attrName>
                                        </p:attrNameLst>
                                      </p:cBhvr>
                                      <p:to>
                                        <p:strVal val="visible"/>
                                      </p:to>
                                    </p:set>
                                  </p:childTnLst>
                                </p:cTn>
                              </p:par>
                            </p:childTnLst>
                          </p:cTn>
                        </p:par>
                      </p:childTnLst>
                    </p:cTn>
                  </p:par>
                  <p:par>
                    <p:cTn id="117" fill="hold">
                      <p:stCondLst>
                        <p:cond delay="indefinite"/>
                      </p:stCondLst>
                      <p:childTnLst>
                        <p:par>
                          <p:cTn id="118" fill="hold">
                            <p:stCondLst>
                              <p:cond delay="0"/>
                            </p:stCondLst>
                            <p:childTnLst>
                              <p:par>
                                <p:cTn id="119" presetID="1" presetClass="entr" fill="hold" nodeType="clickEffect">
                                  <p:stCondLst>
                                    <p:cond delay="0"/>
                                  </p:stCondLst>
                                  <p:childTnLst>
                                    <p:set>
                                      <p:cBhvr>
                                        <p:cTn id="120" dur="1" fill="hold">
                                          <p:stCondLst>
                                            <p:cond delay="0"/>
                                          </p:stCondLst>
                                        </p:cTn>
                                        <p:tgtEl>
                                          <p:spTgt spid="101"/>
                                        </p:tgtEl>
                                        <p:attrNameLst>
                                          <p:attrName>style.visibility</p:attrName>
                                        </p:attrNameLst>
                                      </p:cBhvr>
                                      <p:to>
                                        <p:strVal val="visible"/>
                                      </p:to>
                                    </p:set>
                                  </p:childTnLst>
                                </p:cTn>
                              </p:par>
                            </p:childTnLst>
                          </p:cTn>
                        </p:par>
                      </p:childTnLst>
                    </p:cTn>
                  </p:par>
                  <p:par>
                    <p:cTn id="121" fill="hold">
                      <p:stCondLst>
                        <p:cond delay="indefinite"/>
                      </p:stCondLst>
                      <p:childTnLst>
                        <p:par>
                          <p:cTn id="122" fill="hold">
                            <p:stCondLst>
                              <p:cond delay="0"/>
                            </p:stCondLst>
                            <p:childTnLst>
                              <p:par>
                                <p:cTn id="123" presetID="1" presetClass="entr" fill="hold" nodeType="clickEffect">
                                  <p:stCondLst>
                                    <p:cond delay="0"/>
                                  </p:stCondLst>
                                  <p:childTnLst>
                                    <p:set>
                                      <p:cBhvr>
                                        <p:cTn id="124" dur="1" fill="hold">
                                          <p:stCondLst>
                                            <p:cond delay="0"/>
                                          </p:stCondLst>
                                        </p:cTn>
                                        <p:tgtEl>
                                          <p:spTgt spid="104"/>
                                        </p:tgtEl>
                                        <p:attrNameLst>
                                          <p:attrName>style.visibility</p:attrName>
                                        </p:attrNameLst>
                                      </p:cBhvr>
                                      <p:to>
                                        <p:strVal val="visible"/>
                                      </p:to>
                                    </p:set>
                                  </p:childTnLst>
                                </p:cTn>
                              </p:par>
                            </p:childTnLst>
                          </p:cTn>
                        </p:par>
                      </p:childTnLst>
                    </p:cTn>
                  </p:par>
                  <p:par>
                    <p:cTn id="125" fill="hold">
                      <p:stCondLst>
                        <p:cond delay="indefinite"/>
                      </p:stCondLst>
                      <p:childTnLst>
                        <p:par>
                          <p:cTn id="126" fill="hold">
                            <p:stCondLst>
                              <p:cond delay="0"/>
                            </p:stCondLst>
                            <p:childTnLst>
                              <p:par>
                                <p:cTn id="127" presetID="1" presetClass="entr" fill="hold" nodeType="clickEffect">
                                  <p:stCondLst>
                                    <p:cond delay="0"/>
                                  </p:stCondLst>
                                  <p:childTnLst>
                                    <p:set>
                                      <p:cBhvr>
                                        <p:cTn id="128" dur="1" fill="hold">
                                          <p:stCondLst>
                                            <p:cond delay="0"/>
                                          </p:stCondLst>
                                        </p:cTn>
                                        <p:tgtEl>
                                          <p:spTgt spid="102"/>
                                        </p:tgtEl>
                                        <p:attrNameLst>
                                          <p:attrName>style.visibility</p:attrName>
                                        </p:attrNameLst>
                                      </p:cBhvr>
                                      <p:to>
                                        <p:strVal val="visible"/>
                                      </p:to>
                                    </p:set>
                                  </p:childTnLst>
                                </p:cTn>
                              </p:par>
                            </p:childTnLst>
                          </p:cTn>
                        </p:par>
                      </p:childTnLst>
                    </p:cTn>
                  </p:par>
                  <p:par>
                    <p:cTn id="129" fill="hold">
                      <p:stCondLst>
                        <p:cond delay="indefinite"/>
                      </p:stCondLst>
                      <p:childTnLst>
                        <p:par>
                          <p:cTn id="130" fill="hold">
                            <p:stCondLst>
                              <p:cond delay="0"/>
                            </p:stCondLst>
                            <p:childTnLst>
                              <p:par>
                                <p:cTn id="131" presetID="1" presetClass="entr" fill="hold" nodeType="clickEffect">
                                  <p:stCondLst>
                                    <p:cond delay="0"/>
                                  </p:stCondLst>
                                  <p:childTnLst>
                                    <p:set>
                                      <p:cBhvr>
                                        <p:cTn id="132" dur="1" fill="hold">
                                          <p:stCondLst>
                                            <p:cond delay="0"/>
                                          </p:stCondLst>
                                        </p:cTn>
                                        <p:tgtEl>
                                          <p:spTgt spid="103"/>
                                        </p:tgtEl>
                                        <p:attrNameLst>
                                          <p:attrName>style.visibility</p:attrName>
                                        </p:attrNameLst>
                                      </p:cBhvr>
                                      <p:to>
                                        <p:strVal val="visible"/>
                                      </p:to>
                                    </p:set>
                                  </p:childTnLst>
                                </p:cTn>
                              </p:par>
                            </p:childTnLst>
                          </p:cTn>
                        </p:par>
                      </p:childTnLst>
                    </p:cTn>
                  </p:par>
                  <p:par>
                    <p:cTn id="133" fill="hold">
                      <p:stCondLst>
                        <p:cond delay="indefinite"/>
                      </p:stCondLst>
                      <p:childTnLst>
                        <p:par>
                          <p:cTn id="134" fill="hold">
                            <p:stCondLst>
                              <p:cond delay="0"/>
                            </p:stCondLst>
                            <p:childTnLst>
                              <p:par>
                                <p:cTn id="135" presetID="1" presetClass="entr" fill="hold" nodeType="clickEffect">
                                  <p:stCondLst>
                                    <p:cond delay="0"/>
                                  </p:stCondLst>
                                  <p:childTnLst>
                                    <p:set>
                                      <p:cBhvr>
                                        <p:cTn id="136" dur="1" fill="hold">
                                          <p:stCondLst>
                                            <p:cond delay="0"/>
                                          </p:stCondLst>
                                        </p:cTn>
                                        <p:tgtEl>
                                          <p:spTgt spid="106"/>
                                        </p:tgtEl>
                                        <p:attrNameLst>
                                          <p:attrName>style.visibility</p:attrName>
                                        </p:attrNameLst>
                                      </p:cBhvr>
                                      <p:to>
                                        <p:strVal val="visible"/>
                                      </p:to>
                                    </p:set>
                                  </p:childTnLst>
                                </p:cTn>
                              </p:par>
                            </p:childTnLst>
                          </p:cTn>
                        </p:par>
                      </p:childTnLst>
                    </p:cTn>
                  </p:par>
                  <p:par>
                    <p:cTn id="137" fill="hold">
                      <p:stCondLst>
                        <p:cond delay="indefinite"/>
                      </p:stCondLst>
                      <p:childTnLst>
                        <p:par>
                          <p:cTn id="138" fill="hold">
                            <p:stCondLst>
                              <p:cond delay="0"/>
                            </p:stCondLst>
                            <p:childTnLst>
                              <p:par>
                                <p:cTn id="139" presetID="1" presetClass="entr" fill="hold" nodeType="clickEffect">
                                  <p:stCondLst>
                                    <p:cond delay="0"/>
                                  </p:stCondLst>
                                  <p:childTnLst>
                                    <p:set>
                                      <p:cBhvr>
                                        <p:cTn id="140" dur="1" fill="hold">
                                          <p:stCondLst>
                                            <p:cond delay="0"/>
                                          </p:stCondLst>
                                        </p:cTn>
                                        <p:tgtEl>
                                          <p:spTgt spid="107"/>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8" name="ZoneTexte 1"/>
          <p:cNvSpPr/>
          <p:nvPr/>
        </p:nvSpPr>
        <p:spPr>
          <a:xfrm>
            <a:off x="0" y="2844360"/>
            <a:ext cx="12191400" cy="577440"/>
          </a:xfrm>
          <a:prstGeom prst="rect">
            <a:avLst/>
          </a:prstGeom>
          <a:noFill/>
          <a:ln w="0">
            <a:noFill/>
          </a:ln>
        </p:spPr>
        <p:style>
          <a:lnRef idx="0"/>
          <a:fillRef idx="0"/>
          <a:effectRef idx="0"/>
          <a:fontRef idx="minor"/>
        </p:style>
        <p:txBody>
          <a:bodyPr lIns="90000" tIns="45000" rIns="90000" bIns="45000" anchor="t">
            <a:spAutoFit/>
          </a:bodyPr>
          <a:p>
            <a:pPr algn="ctr" defTabSz="914400">
              <a:lnSpc>
                <a:spcPct val="100000"/>
              </a:lnSpc>
            </a:pPr>
            <a:r>
              <a:rPr lang="fr-MA" sz="3200" b="1" u="none" strike="noStrike">
                <a:solidFill>
                  <a:schemeClr val="dk1"/>
                </a:solidFill>
                <a:effectLst/>
                <a:uFillTx/>
                <a:latin typeface="Avenir Next LT Pro"/>
              </a:rPr>
              <a:t>PART 2: Principles of the research report</a:t>
            </a:r>
            <a:endParaRPr lang="fr-FR" sz="32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9" name="ZoneTexte 1"/>
          <p:cNvSpPr/>
          <p:nvPr/>
        </p:nvSpPr>
        <p:spPr>
          <a:xfrm>
            <a:off x="0" y="0"/>
            <a:ext cx="12191400" cy="759960"/>
          </a:xfrm>
          <a:prstGeom prst="rect">
            <a:avLst/>
          </a:prstGeom>
          <a:noFill/>
          <a:ln w="0">
            <a:noFill/>
          </a:ln>
        </p:spPr>
        <p:style>
          <a:lnRef idx="0"/>
          <a:fillRef idx="0"/>
          <a:effectRef idx="0"/>
          <a:fontRef idx="minor"/>
        </p:style>
        <p:txBody>
          <a:bodyPr lIns="90000" tIns="45000" rIns="90000" bIns="45000" anchor="t">
            <a:spAutoFit/>
          </a:bodyPr>
          <a:p>
            <a:pPr algn="just" defTabSz="914400">
              <a:lnSpc>
                <a:spcPct val="100000"/>
              </a:lnSpc>
            </a:pPr>
            <a:r>
              <a:rPr lang="fr-MA" sz="4400" b="1" u="none" strike="noStrike">
                <a:solidFill>
                  <a:schemeClr val="dk1"/>
                </a:solidFill>
                <a:effectLst/>
                <a:uFillTx/>
                <a:latin typeface="Avenir Next LT Pro"/>
              </a:rPr>
              <a:t>Tools</a:t>
            </a:r>
            <a:endParaRPr lang="fr-FR" sz="4400" b="0" u="none" strike="noStrike">
              <a:solidFill>
                <a:srgbClr val="000000"/>
              </a:solidFill>
              <a:effectLst/>
              <a:uFillTx/>
              <a:latin typeface="Arial"/>
            </a:endParaRPr>
          </a:p>
        </p:txBody>
      </p:sp>
      <p:pic>
        <p:nvPicPr>
          <p:cNvPr id="110" name="Image 3"/>
          <p:cNvPicPr/>
          <p:nvPr/>
        </p:nvPicPr>
        <p:blipFill>
          <a:blip r:embed="rId1"/>
          <a:stretch/>
        </p:blipFill>
        <p:spPr>
          <a:xfrm>
            <a:off x="951120" y="1418760"/>
            <a:ext cx="2685240" cy="2080440"/>
          </a:xfrm>
          <a:prstGeom prst="rect">
            <a:avLst/>
          </a:prstGeom>
          <a:noFill/>
          <a:ln w="0">
            <a:noFill/>
          </a:ln>
        </p:spPr>
      </p:pic>
      <p:pic>
        <p:nvPicPr>
          <p:cNvPr id="111" name="Picture 4" descr="RStudio – Information Technology Services"/>
          <p:cNvPicPr/>
          <p:nvPr/>
        </p:nvPicPr>
        <p:blipFill>
          <a:blip r:embed="rId2"/>
          <a:stretch/>
        </p:blipFill>
        <p:spPr>
          <a:xfrm>
            <a:off x="4853160" y="1049040"/>
            <a:ext cx="2742480" cy="2742480"/>
          </a:xfrm>
          <a:prstGeom prst="rect">
            <a:avLst/>
          </a:prstGeom>
          <a:noFill/>
          <a:ln w="0">
            <a:noFill/>
          </a:ln>
        </p:spPr>
      </p:pic>
      <p:pic>
        <p:nvPicPr>
          <p:cNvPr id="112" name="Picture 6" descr="R Interface to Quarto Markdown Publishing System • quarto"/>
          <p:cNvPicPr/>
          <p:nvPr/>
        </p:nvPicPr>
        <p:blipFill>
          <a:blip r:embed="rId3"/>
          <a:stretch/>
        </p:blipFill>
        <p:spPr>
          <a:xfrm>
            <a:off x="8954640" y="990720"/>
            <a:ext cx="2285280" cy="2637720"/>
          </a:xfrm>
          <a:prstGeom prst="rect">
            <a:avLst/>
          </a:prstGeom>
          <a:noFill/>
          <a:ln w="0">
            <a:noFill/>
          </a:ln>
        </p:spPr>
      </p:pic>
      <p:pic>
        <p:nvPicPr>
          <p:cNvPr id="113" name="Image 5"/>
          <p:cNvPicPr/>
          <p:nvPr/>
        </p:nvPicPr>
        <p:blipFill>
          <a:blip r:embed="rId4"/>
          <a:stretch/>
        </p:blipFill>
        <p:spPr>
          <a:xfrm>
            <a:off x="5053320" y="4437360"/>
            <a:ext cx="2856960" cy="1599480"/>
          </a:xfrm>
          <a:prstGeom prst="rect">
            <a:avLst/>
          </a:prstGeom>
          <a:noFill/>
          <a:ln w="0">
            <a:noFill/>
          </a:ln>
        </p:spPr>
      </p:pic>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4" name="ZoneTexte 20"/>
          <p:cNvSpPr/>
          <p:nvPr/>
        </p:nvSpPr>
        <p:spPr>
          <a:xfrm>
            <a:off x="0" y="360"/>
            <a:ext cx="12191400" cy="516600"/>
          </a:xfrm>
          <a:prstGeom prst="rect">
            <a:avLst/>
          </a:prstGeom>
          <a:noFill/>
          <a:ln w="0">
            <a:noFill/>
          </a:ln>
        </p:spPr>
        <p:style>
          <a:lnRef idx="0"/>
          <a:fillRef idx="0"/>
          <a:effectRef idx="0"/>
          <a:fontRef idx="minor"/>
        </p:style>
        <p:txBody>
          <a:bodyPr lIns="90000" tIns="45000" rIns="90000" bIns="45000" anchor="t">
            <a:spAutoFit/>
          </a:bodyPr>
          <a:p>
            <a:pPr algn="just" defTabSz="914400">
              <a:lnSpc>
                <a:spcPct val="100000"/>
              </a:lnSpc>
            </a:pPr>
            <a:r>
              <a:rPr lang="fr-MA" sz="2800" b="1" u="none" strike="noStrike">
                <a:solidFill>
                  <a:schemeClr val="dk1"/>
                </a:solidFill>
                <a:effectLst/>
                <a:uFillTx/>
                <a:latin typeface="Avenir Next LT Pro"/>
              </a:rPr>
              <a:t>What is a good research question in behavioral science ?</a:t>
            </a:r>
            <a:endParaRPr lang="fr-FR" sz="2800" b="0" u="none" strike="noStrike">
              <a:solidFill>
                <a:srgbClr val="000000"/>
              </a:solidFill>
              <a:effectLst/>
              <a:uFillTx/>
              <a:latin typeface="Arial"/>
            </a:endParaRPr>
          </a:p>
        </p:txBody>
      </p:sp>
      <p:sp>
        <p:nvSpPr>
          <p:cNvPr id="115" name="ZoneTexte 21"/>
          <p:cNvSpPr/>
          <p:nvPr/>
        </p:nvSpPr>
        <p:spPr>
          <a:xfrm>
            <a:off x="0" y="540000"/>
            <a:ext cx="12191400" cy="455400"/>
          </a:xfrm>
          <a:prstGeom prst="rect">
            <a:avLst/>
          </a:prstGeom>
          <a:noFill/>
          <a:ln w="0">
            <a:noFill/>
          </a:ln>
        </p:spPr>
        <p:style>
          <a:lnRef idx="0"/>
          <a:fillRef idx="0"/>
          <a:effectRef idx="0"/>
          <a:fontRef idx="minor"/>
        </p:style>
        <p:txBody>
          <a:bodyPr lIns="90000" tIns="45000" rIns="90000" bIns="45000" anchor="t">
            <a:spAutoFit/>
          </a:bodyPr>
          <a:p>
            <a:pPr algn="just" defTabSz="914400">
              <a:lnSpc>
                <a:spcPct val="100000"/>
              </a:lnSpc>
            </a:pPr>
            <a:r>
              <a:rPr lang="fr-MA" sz="2400" b="0" u="none" strike="noStrike">
                <a:solidFill>
                  <a:schemeClr val="dk1"/>
                </a:solidFill>
                <a:effectLst/>
                <a:uFillTx/>
                <a:latin typeface="Avenir Next LT Pro"/>
              </a:rPr>
              <a:t>1. Start with a strong question about human behavior</a:t>
            </a:r>
            <a:endParaRPr lang="fr-FR" sz="2400" b="0" u="none" strike="noStrike">
              <a:solidFill>
                <a:srgbClr val="000000"/>
              </a:solidFill>
              <a:effectLst/>
              <a:uFillTx/>
              <a:latin typeface="Arial"/>
            </a:endParaRPr>
          </a:p>
        </p:txBody>
      </p:sp>
      <p:sp>
        <p:nvSpPr>
          <p:cNvPr id="116" name="ZoneTexte 22"/>
          <p:cNvSpPr/>
          <p:nvPr/>
        </p:nvSpPr>
        <p:spPr>
          <a:xfrm>
            <a:off x="1260000" y="1023480"/>
            <a:ext cx="8999640" cy="638280"/>
          </a:xfrm>
          <a:prstGeom prst="rect">
            <a:avLst/>
          </a:prstGeom>
          <a:noFill/>
          <a:ln w="0">
            <a:noFill/>
          </a:ln>
        </p:spPr>
        <p:style>
          <a:lnRef idx="0"/>
          <a:fillRef idx="0"/>
          <a:effectRef idx="0"/>
          <a:fontRef idx="minor"/>
        </p:style>
        <p:txBody>
          <a:bodyPr lIns="90000" tIns="45000" rIns="90000" bIns="45000" anchor="t">
            <a:spAutoFit/>
          </a:bodyPr>
          <a:p>
            <a:pPr marL="343080" indent="-343080" algn="just" defTabSz="914400">
              <a:lnSpc>
                <a:spcPct val="100000"/>
              </a:lnSpc>
              <a:buClr>
                <a:srgbClr val="000000"/>
              </a:buClr>
              <a:buFont typeface="Arial"/>
              <a:buChar char="•"/>
            </a:pPr>
            <a:r>
              <a:rPr lang="fr-MA" sz="1800" b="0" u="none" strike="noStrike">
                <a:solidFill>
                  <a:schemeClr val="dk1"/>
                </a:solidFill>
                <a:effectLst/>
                <a:uFillTx/>
                <a:latin typeface="Avenir Next LT Pro"/>
              </a:rPr>
              <a:t>Paradox ; something that strikes common sense (e.g. Why do people listen to sad music?; Why do people under-register to social programs ?)</a:t>
            </a:r>
            <a:endParaRPr lang="fr-FR" sz="1800" b="0" u="none" strike="noStrike">
              <a:solidFill>
                <a:srgbClr val="000000"/>
              </a:solidFill>
              <a:effectLst/>
              <a:uFillTx/>
              <a:latin typeface="Arial"/>
            </a:endParaRPr>
          </a:p>
        </p:txBody>
      </p:sp>
      <p:sp>
        <p:nvSpPr>
          <p:cNvPr id="117" name="ZoneTexte 23"/>
          <p:cNvSpPr/>
          <p:nvPr/>
        </p:nvSpPr>
        <p:spPr>
          <a:xfrm>
            <a:off x="1260000" y="1801800"/>
            <a:ext cx="8999640" cy="912600"/>
          </a:xfrm>
          <a:prstGeom prst="rect">
            <a:avLst/>
          </a:prstGeom>
          <a:noFill/>
          <a:ln w="0">
            <a:noFill/>
          </a:ln>
        </p:spPr>
        <p:style>
          <a:lnRef idx="0"/>
          <a:fillRef idx="0"/>
          <a:effectRef idx="0"/>
          <a:fontRef idx="minor"/>
        </p:style>
        <p:txBody>
          <a:bodyPr lIns="90000" tIns="45000" rIns="90000" bIns="45000" anchor="t">
            <a:spAutoFit/>
          </a:bodyPr>
          <a:p>
            <a:pPr marL="343080" indent="-343080" algn="just" defTabSz="914400">
              <a:lnSpc>
                <a:spcPct val="100000"/>
              </a:lnSpc>
              <a:buClr>
                <a:srgbClr val="000000"/>
              </a:buClr>
              <a:buFont typeface="Arial"/>
              <a:buChar char="•"/>
            </a:pPr>
            <a:r>
              <a:rPr lang="fr-MA" sz="1800" b="0" u="none" strike="noStrike">
                <a:solidFill>
                  <a:schemeClr val="dk1"/>
                </a:solidFill>
                <a:effectLst/>
                <a:uFillTx/>
                <a:latin typeface="Avenir Next LT Pro"/>
              </a:rPr>
              <a:t>Something that speaks to large social science (or political) debates (e.g. Are gender differences in behavioral tendencies universal ? Do laws change public opinions or the opposite?)</a:t>
            </a:r>
            <a:endParaRPr lang="fr-FR" sz="1800" b="0" u="none" strike="noStrike">
              <a:solidFill>
                <a:srgbClr val="000000"/>
              </a:solidFill>
              <a:effectLst/>
              <a:uFillTx/>
              <a:latin typeface="Arial"/>
            </a:endParaRPr>
          </a:p>
        </p:txBody>
      </p:sp>
      <p:sp>
        <p:nvSpPr>
          <p:cNvPr id="118" name="ZoneTexte 24"/>
          <p:cNvSpPr/>
          <p:nvPr/>
        </p:nvSpPr>
        <p:spPr>
          <a:xfrm>
            <a:off x="0" y="4140360"/>
            <a:ext cx="12191400" cy="424800"/>
          </a:xfrm>
          <a:prstGeom prst="rect">
            <a:avLst/>
          </a:prstGeom>
          <a:noFill/>
          <a:ln w="0">
            <a:noFill/>
          </a:ln>
        </p:spPr>
        <p:style>
          <a:lnRef idx="0"/>
          <a:fillRef idx="0"/>
          <a:effectRef idx="0"/>
          <a:fontRef idx="minor"/>
        </p:style>
        <p:txBody>
          <a:bodyPr lIns="90000" tIns="45000" rIns="90000" bIns="45000" anchor="b">
            <a:spAutoFit/>
          </a:bodyPr>
          <a:p>
            <a:pPr algn="just" defTabSz="914400">
              <a:lnSpc>
                <a:spcPct val="100000"/>
              </a:lnSpc>
            </a:pPr>
            <a:r>
              <a:rPr lang="fr-MA" sz="2200" b="0" i="1" u="none" strike="noStrike">
                <a:solidFill>
                  <a:schemeClr val="dk1"/>
                </a:solidFill>
                <a:effectLst/>
                <a:uFillTx/>
                <a:latin typeface="Avenir Next LT Pro"/>
              </a:rPr>
              <a:t>Forbidden :</a:t>
            </a:r>
            <a:endParaRPr lang="fr-FR" sz="2200" b="0" u="none" strike="noStrike">
              <a:solidFill>
                <a:srgbClr val="000000"/>
              </a:solidFill>
              <a:effectLst/>
              <a:uFillTx/>
              <a:latin typeface="Arial"/>
            </a:endParaRPr>
          </a:p>
        </p:txBody>
      </p:sp>
      <p:sp>
        <p:nvSpPr>
          <p:cNvPr id="119" name="ZoneTexte 25"/>
          <p:cNvSpPr/>
          <p:nvPr/>
        </p:nvSpPr>
        <p:spPr>
          <a:xfrm>
            <a:off x="1260000" y="4731120"/>
            <a:ext cx="10931760" cy="912600"/>
          </a:xfrm>
          <a:prstGeom prst="rect">
            <a:avLst/>
          </a:prstGeom>
          <a:noFill/>
          <a:ln w="0">
            <a:noFill/>
          </a:ln>
        </p:spPr>
        <p:style>
          <a:lnRef idx="0"/>
          <a:fillRef idx="0"/>
          <a:effectRef idx="0"/>
          <a:fontRef idx="minor"/>
        </p:style>
        <p:txBody>
          <a:bodyPr lIns="90000" tIns="45000" rIns="90000" bIns="45000" anchor="t">
            <a:spAutoFit/>
          </a:bodyPr>
          <a:p>
            <a:pPr marL="343080" indent="-343080" algn="just" defTabSz="914400">
              <a:lnSpc>
                <a:spcPct val="100000"/>
              </a:lnSpc>
              <a:buClr>
                <a:srgbClr val="000000"/>
              </a:buClr>
              <a:buFont typeface="Arial"/>
              <a:buChar char="•"/>
            </a:pPr>
            <a:r>
              <a:rPr lang="fr-MA" sz="1800" b="0" u="none" strike="noStrike">
                <a:solidFill>
                  <a:schemeClr val="dk1"/>
                </a:solidFill>
                <a:effectLst/>
                <a:uFillTx/>
                <a:latin typeface="Avenir Next LT Pro"/>
              </a:rPr>
              <a:t>Questions non-related to behavior ; or for which the connection to behavior has not been made apparent (e.g. did agricultural yields increase? Does inflation slow down economic growth?) </a:t>
            </a:r>
            <a:endParaRPr lang="fr-FR" sz="1800" b="0" u="none" strike="noStrike">
              <a:solidFill>
                <a:srgbClr val="000000"/>
              </a:solidFill>
              <a:effectLst/>
              <a:uFillTx/>
              <a:latin typeface="Arial"/>
            </a:endParaRPr>
          </a:p>
        </p:txBody>
      </p:sp>
      <p:sp>
        <p:nvSpPr>
          <p:cNvPr id="120" name="ZoneTexte 26"/>
          <p:cNvSpPr/>
          <p:nvPr/>
        </p:nvSpPr>
        <p:spPr>
          <a:xfrm>
            <a:off x="1260000" y="5861160"/>
            <a:ext cx="10931760" cy="638280"/>
          </a:xfrm>
          <a:prstGeom prst="rect">
            <a:avLst/>
          </a:prstGeom>
          <a:noFill/>
          <a:ln w="0">
            <a:noFill/>
          </a:ln>
        </p:spPr>
        <p:style>
          <a:lnRef idx="0"/>
          <a:fillRef idx="0"/>
          <a:effectRef idx="0"/>
          <a:fontRef idx="minor"/>
        </p:style>
        <p:txBody>
          <a:bodyPr lIns="90000" tIns="45000" rIns="90000" bIns="45000" anchor="t">
            <a:spAutoFit/>
          </a:bodyPr>
          <a:p>
            <a:pPr marL="343080" indent="-343080" algn="just" defTabSz="914400">
              <a:lnSpc>
                <a:spcPct val="100000"/>
              </a:lnSpc>
              <a:buClr>
                <a:srgbClr val="000000"/>
              </a:buClr>
              <a:buFont typeface="Arial"/>
              <a:buChar char="•"/>
            </a:pPr>
            <a:r>
              <a:rPr lang="fr-MA" sz="1800" b="0" u="none" strike="noStrike">
                <a:solidFill>
                  <a:schemeClr val="dk1"/>
                </a:solidFill>
                <a:effectLst/>
                <a:uFillTx/>
                <a:latin typeface="Avenir Next LT Pro"/>
              </a:rPr>
              <a:t>Questions without strong justification (e.g. does education predict time spent listening to music?)</a:t>
            </a:r>
            <a:endParaRPr lang="fr-FR" sz="1800" b="0" u="none" strike="noStrike">
              <a:solidFill>
                <a:srgbClr val="000000"/>
              </a:solidFill>
              <a:effectLst/>
              <a:uFillTx/>
              <a:latin typeface="Arial"/>
            </a:endParaRPr>
          </a:p>
        </p:txBody>
      </p:sp>
      <p:sp>
        <p:nvSpPr>
          <p:cNvPr id="121" name="ZoneTexte 27"/>
          <p:cNvSpPr/>
          <p:nvPr/>
        </p:nvSpPr>
        <p:spPr>
          <a:xfrm>
            <a:off x="1260000" y="2867400"/>
            <a:ext cx="8999640" cy="912600"/>
          </a:xfrm>
          <a:prstGeom prst="rect">
            <a:avLst/>
          </a:prstGeom>
          <a:noFill/>
          <a:ln w="0">
            <a:noFill/>
          </a:ln>
        </p:spPr>
        <p:style>
          <a:lnRef idx="0"/>
          <a:fillRef idx="0"/>
          <a:effectRef idx="0"/>
          <a:fontRef idx="minor"/>
        </p:style>
        <p:txBody>
          <a:bodyPr lIns="90000" tIns="45000" rIns="90000" bIns="45000" anchor="t">
            <a:spAutoFit/>
          </a:bodyPr>
          <a:p>
            <a:pPr marL="343080" indent="-343080" algn="just" defTabSz="914400">
              <a:lnSpc>
                <a:spcPct val="100000"/>
              </a:lnSpc>
              <a:buClr>
                <a:srgbClr val="000000"/>
              </a:buClr>
              <a:buFont typeface="Arial"/>
              <a:buChar char="•"/>
            </a:pPr>
            <a:r>
              <a:rPr lang="fr-MA" sz="1800" b="0" u="none" strike="noStrike">
                <a:solidFill>
                  <a:schemeClr val="dk1"/>
                </a:solidFill>
                <a:effectLst/>
                <a:uFillTx/>
                <a:latin typeface="Avenir Next LT Pro"/>
              </a:rPr>
              <a:t>Something for which you have multiple credible hypotheses (e.g. yes, gender differences are universal because they derive from biological adaptations vs. No, they are shaped by culture thus they vary) </a:t>
            </a:r>
            <a:endParaRPr lang="fr-FR" sz="1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timing>
    <p:tnLst>
      <p:par>
        <p:cTn id="141" dur="indefinite" restart="never" nodeType="tmRoot">
          <p:childTnLst>
            <p:seq>
              <p:cTn id="142" dur="indefinite" nodeType="mainSeq">
                <p:childTnLst>
                  <p:par>
                    <p:cTn id="143" fill="hold">
                      <p:stCondLst>
                        <p:cond delay="indefinite"/>
                      </p:stCondLst>
                      <p:childTnLst>
                        <p:par>
                          <p:cTn id="144" fill="hold">
                            <p:stCondLst>
                              <p:cond delay="0"/>
                            </p:stCondLst>
                            <p:childTnLst>
                              <p:par>
                                <p:cTn id="145" presetID="1" presetClass="entr" fill="hold" nodeType="clickEffect">
                                  <p:stCondLst>
                                    <p:cond delay="0"/>
                                  </p:stCondLst>
                                  <p:childTnLst>
                                    <p:set>
                                      <p:cBhvr>
                                        <p:cTn id="146" dur="1" fill="hold">
                                          <p:stCondLst>
                                            <p:cond delay="0"/>
                                          </p:stCondLst>
                                        </p:cTn>
                                        <p:tgtEl>
                                          <p:spTgt spid="115"/>
                                        </p:tgtEl>
                                        <p:attrNameLst>
                                          <p:attrName>style.visibility</p:attrName>
                                        </p:attrNameLst>
                                      </p:cBhvr>
                                      <p:to>
                                        <p:strVal val="visible"/>
                                      </p:to>
                                    </p:set>
                                  </p:childTnLst>
                                </p:cTn>
                              </p:par>
                            </p:childTnLst>
                          </p:cTn>
                        </p:par>
                      </p:childTnLst>
                    </p:cTn>
                  </p:par>
                  <p:par>
                    <p:cTn id="147" fill="hold">
                      <p:stCondLst>
                        <p:cond delay="indefinite"/>
                      </p:stCondLst>
                      <p:childTnLst>
                        <p:par>
                          <p:cTn id="148" fill="hold">
                            <p:stCondLst>
                              <p:cond delay="0"/>
                            </p:stCondLst>
                            <p:childTnLst>
                              <p:par>
                                <p:cTn id="149" presetID="1" presetClass="entr" fill="hold" nodeType="clickEffect">
                                  <p:stCondLst>
                                    <p:cond delay="0"/>
                                  </p:stCondLst>
                                  <p:childTnLst>
                                    <p:set>
                                      <p:cBhvr>
                                        <p:cTn id="150" dur="1" fill="hold">
                                          <p:stCondLst>
                                            <p:cond delay="0"/>
                                          </p:stCondLst>
                                        </p:cTn>
                                        <p:tgtEl>
                                          <p:spTgt spid="116"/>
                                        </p:tgtEl>
                                        <p:attrNameLst>
                                          <p:attrName>style.visibility</p:attrName>
                                        </p:attrNameLst>
                                      </p:cBhvr>
                                      <p:to>
                                        <p:strVal val="visible"/>
                                      </p:to>
                                    </p:set>
                                  </p:childTnLst>
                                </p:cTn>
                              </p:par>
                            </p:childTnLst>
                          </p:cTn>
                        </p:par>
                      </p:childTnLst>
                    </p:cTn>
                  </p:par>
                  <p:par>
                    <p:cTn id="151" fill="hold">
                      <p:stCondLst>
                        <p:cond delay="indefinite"/>
                      </p:stCondLst>
                      <p:childTnLst>
                        <p:par>
                          <p:cTn id="152" fill="hold">
                            <p:stCondLst>
                              <p:cond delay="0"/>
                            </p:stCondLst>
                            <p:childTnLst>
                              <p:par>
                                <p:cTn id="153" presetID="1" presetClass="entr" fill="hold" nodeType="clickEffect">
                                  <p:stCondLst>
                                    <p:cond delay="0"/>
                                  </p:stCondLst>
                                  <p:childTnLst>
                                    <p:set>
                                      <p:cBhvr>
                                        <p:cTn id="154" dur="1" fill="hold">
                                          <p:stCondLst>
                                            <p:cond delay="0"/>
                                          </p:stCondLst>
                                        </p:cTn>
                                        <p:tgtEl>
                                          <p:spTgt spid="117"/>
                                        </p:tgtEl>
                                        <p:attrNameLst>
                                          <p:attrName>style.visibility</p:attrName>
                                        </p:attrNameLst>
                                      </p:cBhvr>
                                      <p:to>
                                        <p:strVal val="visible"/>
                                      </p:to>
                                    </p:set>
                                  </p:childTnLst>
                                </p:cTn>
                              </p:par>
                            </p:childTnLst>
                          </p:cTn>
                        </p:par>
                      </p:childTnLst>
                    </p:cTn>
                  </p:par>
                  <p:par>
                    <p:cTn id="155" fill="hold">
                      <p:stCondLst>
                        <p:cond delay="indefinite"/>
                      </p:stCondLst>
                      <p:childTnLst>
                        <p:par>
                          <p:cTn id="156" fill="hold">
                            <p:stCondLst>
                              <p:cond delay="0"/>
                            </p:stCondLst>
                            <p:childTnLst>
                              <p:par>
                                <p:cTn id="157" presetID="1" presetClass="entr" fill="hold" nodeType="clickEffect">
                                  <p:stCondLst>
                                    <p:cond delay="0"/>
                                  </p:stCondLst>
                                  <p:childTnLst>
                                    <p:set>
                                      <p:cBhvr>
                                        <p:cTn id="158" dur="1" fill="hold">
                                          <p:stCondLst>
                                            <p:cond delay="0"/>
                                          </p:stCondLst>
                                        </p:cTn>
                                        <p:tgtEl>
                                          <p:spTgt spid="121"/>
                                        </p:tgtEl>
                                        <p:attrNameLst>
                                          <p:attrName>style.visibility</p:attrName>
                                        </p:attrNameLst>
                                      </p:cBhvr>
                                      <p:to>
                                        <p:strVal val="visible"/>
                                      </p:to>
                                    </p:set>
                                  </p:childTnLst>
                                </p:cTn>
                              </p:par>
                            </p:childTnLst>
                          </p:cTn>
                        </p:par>
                      </p:childTnLst>
                    </p:cTn>
                  </p:par>
                  <p:par>
                    <p:cTn id="159" fill="hold">
                      <p:stCondLst>
                        <p:cond delay="indefinite"/>
                      </p:stCondLst>
                      <p:childTnLst>
                        <p:par>
                          <p:cTn id="160" fill="hold">
                            <p:stCondLst>
                              <p:cond delay="0"/>
                            </p:stCondLst>
                            <p:childTnLst>
                              <p:par>
                                <p:cTn id="161" presetID="1" presetClass="entr" fill="hold" nodeType="clickEffect">
                                  <p:stCondLst>
                                    <p:cond delay="0"/>
                                  </p:stCondLst>
                                  <p:childTnLst>
                                    <p:set>
                                      <p:cBhvr>
                                        <p:cTn id="162" dur="1" fill="hold">
                                          <p:stCondLst>
                                            <p:cond delay="0"/>
                                          </p:stCondLst>
                                        </p:cTn>
                                        <p:tgtEl>
                                          <p:spTgt spid="118"/>
                                        </p:tgtEl>
                                        <p:attrNameLst>
                                          <p:attrName>style.visibility</p:attrName>
                                        </p:attrNameLst>
                                      </p:cBhvr>
                                      <p:to>
                                        <p:strVal val="visible"/>
                                      </p:to>
                                    </p:set>
                                  </p:childTnLst>
                                </p:cTn>
                              </p:par>
                            </p:childTnLst>
                          </p:cTn>
                        </p:par>
                      </p:childTnLst>
                    </p:cTn>
                  </p:par>
                  <p:par>
                    <p:cTn id="163" fill="hold">
                      <p:stCondLst>
                        <p:cond delay="indefinite"/>
                      </p:stCondLst>
                      <p:childTnLst>
                        <p:par>
                          <p:cTn id="164" fill="hold">
                            <p:stCondLst>
                              <p:cond delay="0"/>
                            </p:stCondLst>
                            <p:childTnLst>
                              <p:par>
                                <p:cTn id="165" presetID="1" presetClass="entr" fill="hold" nodeType="clickEffect">
                                  <p:stCondLst>
                                    <p:cond delay="0"/>
                                  </p:stCondLst>
                                  <p:childTnLst>
                                    <p:set>
                                      <p:cBhvr>
                                        <p:cTn id="166" dur="1" fill="hold">
                                          <p:stCondLst>
                                            <p:cond delay="0"/>
                                          </p:stCondLst>
                                        </p:cTn>
                                        <p:tgtEl>
                                          <p:spTgt spid="119"/>
                                        </p:tgtEl>
                                        <p:attrNameLst>
                                          <p:attrName>style.visibility</p:attrName>
                                        </p:attrNameLst>
                                      </p:cBhvr>
                                      <p:to>
                                        <p:strVal val="visible"/>
                                      </p:to>
                                    </p:set>
                                  </p:childTnLst>
                                </p:cTn>
                              </p:par>
                            </p:childTnLst>
                          </p:cTn>
                        </p:par>
                      </p:childTnLst>
                    </p:cTn>
                  </p:par>
                  <p:par>
                    <p:cTn id="167" fill="hold">
                      <p:stCondLst>
                        <p:cond delay="indefinite"/>
                      </p:stCondLst>
                      <p:childTnLst>
                        <p:par>
                          <p:cTn id="168" fill="hold">
                            <p:stCondLst>
                              <p:cond delay="0"/>
                            </p:stCondLst>
                            <p:childTnLst>
                              <p:par>
                                <p:cTn id="169" presetID="1" presetClass="entr" fill="hold" nodeType="clickEffect">
                                  <p:stCondLst>
                                    <p:cond delay="0"/>
                                  </p:stCondLst>
                                  <p:childTnLst>
                                    <p:set>
                                      <p:cBhvr>
                                        <p:cTn id="170" dur="1" fill="hold">
                                          <p:stCondLst>
                                            <p:cond delay="0"/>
                                          </p:stCondLst>
                                        </p:cTn>
                                        <p:tgtEl>
                                          <p:spTgt spid="120"/>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2" name="ZoneTexte 29"/>
          <p:cNvSpPr/>
          <p:nvPr/>
        </p:nvSpPr>
        <p:spPr>
          <a:xfrm>
            <a:off x="360" y="522720"/>
            <a:ext cx="12191400" cy="821160"/>
          </a:xfrm>
          <a:prstGeom prst="rect">
            <a:avLst/>
          </a:prstGeom>
          <a:noFill/>
          <a:ln w="0">
            <a:noFill/>
          </a:ln>
        </p:spPr>
        <p:style>
          <a:lnRef idx="0"/>
          <a:fillRef idx="0"/>
          <a:effectRef idx="0"/>
          <a:fontRef idx="minor"/>
        </p:style>
        <p:txBody>
          <a:bodyPr lIns="90000" tIns="45000" rIns="90000" bIns="45000" anchor="t">
            <a:spAutoFit/>
          </a:bodyPr>
          <a:p>
            <a:pPr algn="just" defTabSz="914400">
              <a:lnSpc>
                <a:spcPct val="100000"/>
              </a:lnSpc>
            </a:pPr>
            <a:r>
              <a:rPr lang="fr-MA" sz="2400" b="0" u="none" strike="noStrike">
                <a:solidFill>
                  <a:schemeClr val="dk1"/>
                </a:solidFill>
                <a:effectLst/>
                <a:uFillTx/>
                <a:latin typeface="Avenir Next LT Pro"/>
              </a:rPr>
              <a:t>2. Define with </a:t>
            </a:r>
            <a:r>
              <a:rPr lang="fr-MA" sz="2400" b="1" u="none" strike="noStrike">
                <a:solidFill>
                  <a:schemeClr val="dk1"/>
                </a:solidFill>
                <a:effectLst/>
                <a:uFillTx/>
                <a:latin typeface="Avenir Next LT Pro"/>
              </a:rPr>
              <a:t>great precision</a:t>
            </a:r>
            <a:r>
              <a:rPr lang="fr-MA" sz="2400" b="0" u="none" strike="noStrike">
                <a:solidFill>
                  <a:schemeClr val="dk1"/>
                </a:solidFill>
                <a:effectLst/>
                <a:uFillTx/>
                <a:latin typeface="Avenir Next LT Pro"/>
              </a:rPr>
              <a:t> multiple hypotheses that might answer this big question ; and say which one you favor (and why)</a:t>
            </a:r>
            <a:endParaRPr lang="fr-FR" sz="2400" b="0" u="none" strike="noStrike">
              <a:solidFill>
                <a:srgbClr val="000000"/>
              </a:solidFill>
              <a:effectLst/>
              <a:uFillTx/>
              <a:latin typeface="Arial"/>
            </a:endParaRPr>
          </a:p>
        </p:txBody>
      </p:sp>
      <p:sp>
        <p:nvSpPr>
          <p:cNvPr id="123" name="ZoneTexte 28"/>
          <p:cNvSpPr/>
          <p:nvPr/>
        </p:nvSpPr>
        <p:spPr>
          <a:xfrm>
            <a:off x="360" y="1957680"/>
            <a:ext cx="12191400" cy="821160"/>
          </a:xfrm>
          <a:prstGeom prst="rect">
            <a:avLst/>
          </a:prstGeom>
          <a:noFill/>
          <a:ln w="0">
            <a:noFill/>
          </a:ln>
        </p:spPr>
        <p:style>
          <a:lnRef idx="0"/>
          <a:fillRef idx="0"/>
          <a:effectRef idx="0"/>
          <a:fontRef idx="minor"/>
        </p:style>
        <p:txBody>
          <a:bodyPr lIns="90000" tIns="45000" rIns="90000" bIns="45000" anchor="t">
            <a:spAutoFit/>
          </a:bodyPr>
          <a:p>
            <a:pPr algn="just" defTabSz="914400">
              <a:lnSpc>
                <a:spcPct val="100000"/>
              </a:lnSpc>
            </a:pPr>
            <a:r>
              <a:rPr lang="fr-MA" sz="2400" b="0" u="none" strike="noStrike">
                <a:solidFill>
                  <a:schemeClr val="dk1"/>
                </a:solidFill>
                <a:effectLst/>
                <a:uFillTx/>
                <a:latin typeface="Avenir Next LT Pro"/>
              </a:rPr>
              <a:t>3. Operationalize your hypothesis : say specifically what, in your data, corresponds to the main concepts in your hypothesis </a:t>
            </a:r>
            <a:endParaRPr lang="fr-FR" sz="2400" b="0" u="none" strike="noStrike">
              <a:solidFill>
                <a:srgbClr val="000000"/>
              </a:solidFill>
              <a:effectLst/>
              <a:uFillTx/>
              <a:latin typeface="Arial"/>
            </a:endParaRPr>
          </a:p>
        </p:txBody>
      </p:sp>
      <p:sp>
        <p:nvSpPr>
          <p:cNvPr id="124" name="ZoneTexte 30"/>
          <p:cNvSpPr/>
          <p:nvPr/>
        </p:nvSpPr>
        <p:spPr>
          <a:xfrm>
            <a:off x="1080000" y="2961720"/>
            <a:ext cx="8999640" cy="638280"/>
          </a:xfrm>
          <a:prstGeom prst="rect">
            <a:avLst/>
          </a:prstGeom>
          <a:noFill/>
          <a:ln w="0">
            <a:noFill/>
          </a:ln>
        </p:spPr>
        <p:style>
          <a:lnRef idx="0"/>
          <a:fillRef idx="0"/>
          <a:effectRef idx="0"/>
          <a:fontRef idx="minor"/>
        </p:style>
        <p:txBody>
          <a:bodyPr lIns="90000" tIns="45000" rIns="90000" bIns="45000" anchor="t">
            <a:spAutoFit/>
          </a:bodyPr>
          <a:p>
            <a:pPr marL="343080" indent="-343080" algn="just" defTabSz="914400">
              <a:lnSpc>
                <a:spcPct val="100000"/>
              </a:lnSpc>
              <a:buClr>
                <a:srgbClr val="000000"/>
              </a:buClr>
              <a:buFont typeface="Arial"/>
              <a:buChar char="•"/>
            </a:pPr>
            <a:r>
              <a:rPr lang="fr-MA" sz="1800" b="0" u="none" strike="noStrike">
                <a:solidFill>
                  <a:schemeClr val="dk1"/>
                </a:solidFill>
                <a:effectLst/>
                <a:uFillTx/>
                <a:latin typeface="Avenir Next LT Pro"/>
              </a:rPr>
              <a:t>Conceptual realm : « People prefer songs that evoke happy feelings rather than sad feelings »</a:t>
            </a:r>
            <a:endParaRPr lang="fr-FR" sz="1800" b="0" u="none" strike="noStrike">
              <a:solidFill>
                <a:srgbClr val="000000"/>
              </a:solidFill>
              <a:effectLst/>
              <a:uFillTx/>
              <a:latin typeface="Arial"/>
            </a:endParaRPr>
          </a:p>
        </p:txBody>
      </p:sp>
      <p:sp>
        <p:nvSpPr>
          <p:cNvPr id="125" name="ZoneTexte 31"/>
          <p:cNvSpPr/>
          <p:nvPr/>
        </p:nvSpPr>
        <p:spPr>
          <a:xfrm>
            <a:off x="1080000" y="3780000"/>
            <a:ext cx="8999640" cy="1186920"/>
          </a:xfrm>
          <a:prstGeom prst="rect">
            <a:avLst/>
          </a:prstGeom>
          <a:noFill/>
          <a:ln w="0">
            <a:noFill/>
          </a:ln>
        </p:spPr>
        <p:style>
          <a:lnRef idx="0"/>
          <a:fillRef idx="0"/>
          <a:effectRef idx="0"/>
          <a:fontRef idx="minor"/>
        </p:style>
        <p:txBody>
          <a:bodyPr lIns="90000" tIns="45000" rIns="90000" bIns="45000" anchor="t">
            <a:spAutoFit/>
          </a:bodyPr>
          <a:p>
            <a:pPr marL="343080" indent="-343080" algn="just" defTabSz="914400">
              <a:lnSpc>
                <a:spcPct val="100000"/>
              </a:lnSpc>
              <a:buClr>
                <a:srgbClr val="000000"/>
              </a:buClr>
              <a:buFont typeface="Arial"/>
              <a:buChar char="•"/>
            </a:pPr>
            <a:r>
              <a:rPr lang="fr-MA" sz="1800" b="0" u="none" strike="noStrike">
                <a:solidFill>
                  <a:schemeClr val="dk1"/>
                </a:solidFill>
                <a:effectLst/>
                <a:uFillTx/>
                <a:latin typeface="Avenir Next LT Pro"/>
              </a:rPr>
              <a:t>Operationalization (the reality of my dataset that should confirm the conceptual hypothesis) : « In my dataset of Spotify tracks, more popular tracks are higher in perceived valence (a 0 to 1 measure with 1 meaning happier songs), as measured by a trained algorithm »</a:t>
            </a:r>
            <a:endParaRPr lang="fr-FR" sz="1800" b="0" u="none" strike="noStrike">
              <a:solidFill>
                <a:srgbClr val="000000"/>
              </a:solidFill>
              <a:effectLst/>
              <a:uFillTx/>
              <a:latin typeface="Arial"/>
            </a:endParaRPr>
          </a:p>
        </p:txBody>
      </p:sp>
      <p:sp>
        <p:nvSpPr>
          <p:cNvPr id="126" name="ZoneTexte 32"/>
          <p:cNvSpPr/>
          <p:nvPr/>
        </p:nvSpPr>
        <p:spPr>
          <a:xfrm>
            <a:off x="0" y="5478840"/>
            <a:ext cx="12191400" cy="455400"/>
          </a:xfrm>
          <a:prstGeom prst="rect">
            <a:avLst/>
          </a:prstGeom>
          <a:noFill/>
          <a:ln w="0">
            <a:noFill/>
          </a:ln>
        </p:spPr>
        <p:style>
          <a:lnRef idx="0"/>
          <a:fillRef idx="0"/>
          <a:effectRef idx="0"/>
          <a:fontRef idx="minor"/>
        </p:style>
        <p:txBody>
          <a:bodyPr lIns="90000" tIns="45000" rIns="90000" bIns="45000" anchor="t">
            <a:spAutoFit/>
          </a:bodyPr>
          <a:p>
            <a:pPr algn="just" defTabSz="914400">
              <a:lnSpc>
                <a:spcPct val="100000"/>
              </a:lnSpc>
            </a:pPr>
            <a:r>
              <a:rPr lang="fr-MA" sz="2400" b="0" u="none" strike="noStrike">
                <a:solidFill>
                  <a:schemeClr val="dk1"/>
                </a:solidFill>
                <a:effectLst/>
                <a:uFillTx/>
                <a:latin typeface="Avenir Next LT Pro"/>
              </a:rPr>
              <a:t>4. Identify a target audience </a:t>
            </a:r>
            <a:endParaRPr lang="fr-FR" sz="2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timing>
    <p:tnLst>
      <p:par>
        <p:cTn id="171" dur="indefinite" restart="never" nodeType="tmRoot">
          <p:childTnLst>
            <p:seq>
              <p:cTn id="172" dur="indefinite" nodeType="mainSeq">
                <p:childTnLst>
                  <p:par>
                    <p:cTn id="173" fill="hold">
                      <p:stCondLst>
                        <p:cond delay="indefinite"/>
                      </p:stCondLst>
                      <p:childTnLst>
                        <p:par>
                          <p:cTn id="174" fill="hold">
                            <p:stCondLst>
                              <p:cond delay="0"/>
                            </p:stCondLst>
                            <p:childTnLst>
                              <p:par>
                                <p:cTn id="175" presetID="1" presetClass="entr" fill="hold" nodeType="clickEffect">
                                  <p:stCondLst>
                                    <p:cond delay="0"/>
                                  </p:stCondLst>
                                  <p:childTnLst>
                                    <p:set>
                                      <p:cBhvr>
                                        <p:cTn id="176" dur="1" fill="hold">
                                          <p:stCondLst>
                                            <p:cond delay="0"/>
                                          </p:stCondLst>
                                        </p:cTn>
                                        <p:tgtEl>
                                          <p:spTgt spid="122"/>
                                        </p:tgtEl>
                                        <p:attrNameLst>
                                          <p:attrName>style.visibility</p:attrName>
                                        </p:attrNameLst>
                                      </p:cBhvr>
                                      <p:to>
                                        <p:strVal val="visible"/>
                                      </p:to>
                                    </p:set>
                                  </p:childTnLst>
                                </p:cTn>
                              </p:par>
                            </p:childTnLst>
                          </p:cTn>
                        </p:par>
                      </p:childTnLst>
                    </p:cTn>
                  </p:par>
                  <p:par>
                    <p:cTn id="177" fill="hold">
                      <p:stCondLst>
                        <p:cond delay="indefinite"/>
                      </p:stCondLst>
                      <p:childTnLst>
                        <p:par>
                          <p:cTn id="178" fill="hold">
                            <p:stCondLst>
                              <p:cond delay="0"/>
                            </p:stCondLst>
                            <p:childTnLst>
                              <p:par>
                                <p:cTn id="179" presetID="1" presetClass="entr" fill="hold" nodeType="clickEffect">
                                  <p:stCondLst>
                                    <p:cond delay="0"/>
                                  </p:stCondLst>
                                  <p:childTnLst>
                                    <p:set>
                                      <p:cBhvr>
                                        <p:cTn id="180" dur="1" fill="hold">
                                          <p:stCondLst>
                                            <p:cond delay="0"/>
                                          </p:stCondLst>
                                        </p:cTn>
                                        <p:tgtEl>
                                          <p:spTgt spid="123"/>
                                        </p:tgtEl>
                                        <p:attrNameLst>
                                          <p:attrName>style.visibility</p:attrName>
                                        </p:attrNameLst>
                                      </p:cBhvr>
                                      <p:to>
                                        <p:strVal val="visible"/>
                                      </p:to>
                                    </p:set>
                                  </p:childTnLst>
                                </p:cTn>
                              </p:par>
                            </p:childTnLst>
                          </p:cTn>
                        </p:par>
                      </p:childTnLst>
                    </p:cTn>
                  </p:par>
                  <p:par>
                    <p:cTn id="181" fill="hold">
                      <p:stCondLst>
                        <p:cond delay="indefinite"/>
                      </p:stCondLst>
                      <p:childTnLst>
                        <p:par>
                          <p:cTn id="182" fill="hold">
                            <p:stCondLst>
                              <p:cond delay="0"/>
                            </p:stCondLst>
                            <p:childTnLst>
                              <p:par>
                                <p:cTn id="183" presetID="1" presetClass="entr" fill="hold" nodeType="clickEffect">
                                  <p:stCondLst>
                                    <p:cond delay="0"/>
                                  </p:stCondLst>
                                  <p:childTnLst>
                                    <p:set>
                                      <p:cBhvr>
                                        <p:cTn id="184" dur="1" fill="hold">
                                          <p:stCondLst>
                                            <p:cond delay="0"/>
                                          </p:stCondLst>
                                        </p:cTn>
                                        <p:tgtEl>
                                          <p:spTgt spid="124"/>
                                        </p:tgtEl>
                                        <p:attrNameLst>
                                          <p:attrName>style.visibility</p:attrName>
                                        </p:attrNameLst>
                                      </p:cBhvr>
                                      <p:to>
                                        <p:strVal val="visible"/>
                                      </p:to>
                                    </p:set>
                                  </p:childTnLst>
                                </p:cTn>
                              </p:par>
                            </p:childTnLst>
                          </p:cTn>
                        </p:par>
                      </p:childTnLst>
                    </p:cTn>
                  </p:par>
                  <p:par>
                    <p:cTn id="185" fill="hold">
                      <p:stCondLst>
                        <p:cond delay="indefinite"/>
                      </p:stCondLst>
                      <p:childTnLst>
                        <p:par>
                          <p:cTn id="186" fill="hold">
                            <p:stCondLst>
                              <p:cond delay="0"/>
                            </p:stCondLst>
                            <p:childTnLst>
                              <p:par>
                                <p:cTn id="187" presetID="1" presetClass="entr" fill="hold" nodeType="clickEffect">
                                  <p:stCondLst>
                                    <p:cond delay="0"/>
                                  </p:stCondLst>
                                  <p:childTnLst>
                                    <p:set>
                                      <p:cBhvr>
                                        <p:cTn id="188" dur="1" fill="hold">
                                          <p:stCondLst>
                                            <p:cond delay="0"/>
                                          </p:stCondLst>
                                        </p:cTn>
                                        <p:tgtEl>
                                          <p:spTgt spid="125"/>
                                        </p:tgtEl>
                                        <p:attrNameLst>
                                          <p:attrName>style.visibility</p:attrName>
                                        </p:attrNameLst>
                                      </p:cBhvr>
                                      <p:to>
                                        <p:strVal val="visible"/>
                                      </p:to>
                                    </p:set>
                                  </p:childTnLst>
                                </p:cTn>
                              </p:par>
                            </p:childTnLst>
                          </p:cTn>
                        </p:par>
                      </p:childTnLst>
                    </p:cTn>
                  </p:par>
                  <p:par>
                    <p:cTn id="189" fill="hold">
                      <p:stCondLst>
                        <p:cond delay="indefinite"/>
                      </p:stCondLst>
                      <p:childTnLst>
                        <p:par>
                          <p:cTn id="190" fill="hold">
                            <p:stCondLst>
                              <p:cond delay="0"/>
                            </p:stCondLst>
                            <p:childTnLst>
                              <p:par>
                                <p:cTn id="191" presetID="1" presetClass="entr" fill="hold" nodeType="clickEffect">
                                  <p:stCondLst>
                                    <p:cond delay="0"/>
                                  </p:stCondLst>
                                  <p:childTnLst>
                                    <p:set>
                                      <p:cBhvr>
                                        <p:cTn id="192" dur="1" fill="hold">
                                          <p:stCondLst>
                                            <p:cond delay="0"/>
                                          </p:stCondLst>
                                        </p:cTn>
                                        <p:tgtEl>
                                          <p:spTgt spid="12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show="0">
  <p:cSld>
    <p:spTree>
      <p:nvGrpSpPr>
        <p:cNvPr id="1" name=""/>
        <p:cNvGrpSpPr/>
        <p:nvPr/>
      </p:nvGrpSpPr>
      <p:grpSpPr>
        <a:xfrm>
          <a:off x="0" y="0"/>
          <a:ext cx="0" cy="0"/>
          <a:chOff x="0" y="0"/>
          <a:chExt cx="0" cy="0"/>
        </a:xfrm>
      </p:grpSpPr>
      <p:sp>
        <p:nvSpPr>
          <p:cNvPr id="127" name="ZoneTexte 1"/>
          <p:cNvSpPr/>
          <p:nvPr/>
        </p:nvSpPr>
        <p:spPr>
          <a:xfrm>
            <a:off x="0" y="147240"/>
            <a:ext cx="12191400" cy="768600"/>
          </a:xfrm>
          <a:prstGeom prst="rect">
            <a:avLst/>
          </a:prstGeom>
          <a:noFill/>
          <a:ln w="0">
            <a:noFill/>
          </a:ln>
        </p:spPr>
        <p:style>
          <a:lnRef idx="0"/>
          <a:fillRef idx="0"/>
          <a:effectRef idx="0"/>
          <a:fontRef idx="minor"/>
        </p:style>
        <p:txBody>
          <a:bodyPr lIns="90000" tIns="45000" rIns="90000" bIns="45000" anchor="t">
            <a:spAutoFit/>
          </a:bodyPr>
          <a:p>
            <a:pPr algn="just" defTabSz="914400">
              <a:lnSpc>
                <a:spcPct val="100000"/>
              </a:lnSpc>
            </a:pPr>
            <a:r>
              <a:rPr lang="fr-MA" sz="4400" b="1" u="none" strike="noStrike">
                <a:solidFill>
                  <a:schemeClr val="dk1"/>
                </a:solidFill>
                <a:effectLst/>
                <a:uFillTx/>
                <a:latin typeface="Avenir Next LT Pro"/>
              </a:rPr>
              <a:t>Mindset</a:t>
            </a:r>
            <a:endParaRPr lang="fr-FR" sz="4400" b="0" u="none" strike="noStrike">
              <a:solidFill>
                <a:srgbClr val="000000"/>
              </a:solidFill>
              <a:effectLst/>
              <a:uFillTx/>
              <a:latin typeface="Arial"/>
            </a:endParaRPr>
          </a:p>
        </p:txBody>
      </p:sp>
      <p:sp>
        <p:nvSpPr>
          <p:cNvPr id="128" name="ZoneTexte 2"/>
          <p:cNvSpPr/>
          <p:nvPr/>
        </p:nvSpPr>
        <p:spPr>
          <a:xfrm>
            <a:off x="0" y="2231640"/>
            <a:ext cx="12191400" cy="460800"/>
          </a:xfrm>
          <a:prstGeom prst="rect">
            <a:avLst/>
          </a:prstGeom>
          <a:noFill/>
          <a:ln w="0">
            <a:noFill/>
          </a:ln>
        </p:spPr>
        <p:style>
          <a:lnRef idx="0"/>
          <a:fillRef idx="0"/>
          <a:effectRef idx="0"/>
          <a:fontRef idx="minor"/>
        </p:style>
        <p:txBody>
          <a:bodyPr lIns="90000" tIns="45000" rIns="90000" bIns="45000" anchor="t">
            <a:spAutoFit/>
          </a:bodyPr>
          <a:p>
            <a:pPr algn="ctr" defTabSz="914400">
              <a:lnSpc>
                <a:spcPct val="100000"/>
              </a:lnSpc>
            </a:pPr>
            <a:r>
              <a:rPr lang="fr-MA" sz="2400" b="1" u="none" strike="noStrike">
                <a:solidFill>
                  <a:schemeClr val="dk1"/>
                </a:solidFill>
                <a:effectLst/>
                <a:uFillTx/>
                <a:latin typeface="Avenir Next LT Pro"/>
              </a:rPr>
              <a:t>There are no universal truths in data science</a:t>
            </a:r>
            <a:endParaRPr lang="fr-FR" sz="2400" b="0" u="none" strike="noStrike">
              <a:solidFill>
                <a:srgbClr val="000000"/>
              </a:solidFill>
              <a:effectLst/>
              <a:uFillTx/>
              <a:latin typeface="Arial"/>
            </a:endParaRPr>
          </a:p>
        </p:txBody>
      </p:sp>
      <p:sp>
        <p:nvSpPr>
          <p:cNvPr id="129" name="ZoneTexte 3"/>
          <p:cNvSpPr/>
          <p:nvPr/>
        </p:nvSpPr>
        <p:spPr>
          <a:xfrm>
            <a:off x="0" y="4900320"/>
            <a:ext cx="12191400" cy="583920"/>
          </a:xfrm>
          <a:prstGeom prst="rect">
            <a:avLst/>
          </a:prstGeom>
          <a:noFill/>
          <a:ln w="0">
            <a:noFill/>
          </a:ln>
        </p:spPr>
        <p:style>
          <a:lnRef idx="0"/>
          <a:fillRef idx="0"/>
          <a:effectRef idx="0"/>
          <a:fontRef idx="minor"/>
        </p:style>
        <p:txBody>
          <a:bodyPr lIns="90000" tIns="45000" rIns="90000" bIns="45000" anchor="t">
            <a:spAutoFit/>
          </a:bodyPr>
          <a:p>
            <a:pPr algn="ctr" defTabSz="914400">
              <a:lnSpc>
                <a:spcPct val="100000"/>
              </a:lnSpc>
            </a:pPr>
            <a:r>
              <a:rPr lang="fr-MA" sz="3200" b="1" u="none" strike="noStrike">
                <a:solidFill>
                  <a:schemeClr val="dk1"/>
                </a:solidFill>
                <a:effectLst/>
                <a:uFillTx/>
                <a:latin typeface="Avenir Next LT Pro"/>
              </a:rPr>
              <a:t>Ambiguity is uncomfortable but you need to embrace it</a:t>
            </a:r>
            <a:endParaRPr lang="fr-FR" sz="3200" b="0" u="none" strike="noStrike">
              <a:solidFill>
                <a:srgbClr val="000000"/>
              </a:solidFill>
              <a:effectLst/>
              <a:uFillTx/>
              <a:latin typeface="Arial"/>
            </a:endParaRPr>
          </a:p>
        </p:txBody>
      </p:sp>
      <p:sp>
        <p:nvSpPr>
          <p:cNvPr id="130" name="Flèche : bas 4"/>
          <p:cNvSpPr/>
          <p:nvPr/>
        </p:nvSpPr>
        <p:spPr>
          <a:xfrm>
            <a:off x="5671800" y="3195720"/>
            <a:ext cx="847800" cy="1083240"/>
          </a:xfrm>
          <a:prstGeom prst="downArrow">
            <a:avLst>
              <a:gd name="adj1" fmla="val 50000"/>
              <a:gd name="adj2" fmla="val 50000"/>
            </a:avLst>
          </a:prstGeom>
          <a:solidFill>
            <a:srgbClr val="000000"/>
          </a:solidFill>
          <a:ln>
            <a:solidFill>
              <a:srgbClr val="000000"/>
            </a:solidFill>
          </a:ln>
        </p:spPr>
        <p:style>
          <a:lnRef idx="2">
            <a:schemeClr val="dk1">
              <a:shade val="50000"/>
            </a:schemeClr>
          </a:lnRef>
          <a:fillRef idx="1">
            <a:schemeClr val="dk1"/>
          </a:fillRef>
          <a:effectRef idx="0">
            <a:schemeClr val="dk1"/>
          </a:effectRef>
          <a:fontRef idx="minor"/>
        </p:style>
        <p:txBody>
          <a:bodyPr lIns="90000" tIns="45000" rIns="90000" bIns="45000" anchor="ctr">
            <a:noAutofit/>
          </a:bodyPr>
          <a:p>
            <a:pPr algn="ctr" defTabSz="914400">
              <a:lnSpc>
                <a:spcPct val="100000"/>
              </a:lnSpc>
            </a:pPr>
            <a:endParaRPr lang="fr-MA" sz="1800" b="0" u="none" strike="noStrike">
              <a:solidFill>
                <a:schemeClr val="lt1"/>
              </a:solidFill>
              <a:effectLst/>
              <a:uFillTx/>
              <a:latin typeface="Avenir Next LT Pro"/>
            </a:endParaRPr>
          </a:p>
        </p:txBody>
      </p:sp>
    </p:spTree>
  </p:cSld>
  <mc:AlternateContent>
    <mc:Choice Requires="p14">
      <p:transition spd="slow" p14:dur="2000"/>
    </mc:Choice>
    <mc:Fallback>
      <p:transition spd="slow"/>
    </mc:Fallback>
  </mc:AlternateContent>
  <p:timing>
    <p:tnLst>
      <p:par>
        <p:cTn id="193" dur="indefinite" restart="never" nodeType="tmRoot">
          <p:childTnLst>
            <p:seq>
              <p:cTn id="194" dur="indefinite" nodeType="mainSeq">
                <p:childTnLst>
                  <p:par>
                    <p:cTn id="195" fill="hold">
                      <p:stCondLst>
                        <p:cond delay="indefinite"/>
                      </p:stCondLst>
                      <p:childTnLst>
                        <p:par>
                          <p:cTn id="196" fill="hold">
                            <p:stCondLst>
                              <p:cond delay="0"/>
                            </p:stCondLst>
                            <p:childTnLst>
                              <p:par>
                                <p:cTn id="197" presetID="1" presetClass="entr" fill="hold" nodeType="clickEffect">
                                  <p:stCondLst>
                                    <p:cond delay="0"/>
                                  </p:stCondLst>
                                  <p:childTnLst>
                                    <p:set>
                                      <p:cBhvr>
                                        <p:cTn id="198" dur="1" fill="hold">
                                          <p:stCondLst>
                                            <p:cond delay="0"/>
                                          </p:stCondLst>
                                        </p:cTn>
                                        <p:tgtEl>
                                          <p:spTgt spid="128"/>
                                        </p:tgtEl>
                                        <p:attrNameLst>
                                          <p:attrName>style.visibility</p:attrName>
                                        </p:attrNameLst>
                                      </p:cBhvr>
                                      <p:to>
                                        <p:strVal val="visible"/>
                                      </p:to>
                                    </p:set>
                                  </p:childTnLst>
                                </p:cTn>
                              </p:par>
                            </p:childTnLst>
                          </p:cTn>
                        </p:par>
                      </p:childTnLst>
                    </p:cTn>
                  </p:par>
                  <p:par>
                    <p:cTn id="199" fill="hold">
                      <p:stCondLst>
                        <p:cond delay="indefinite"/>
                      </p:stCondLst>
                      <p:childTnLst>
                        <p:par>
                          <p:cTn id="200" fill="hold">
                            <p:stCondLst>
                              <p:cond delay="0"/>
                            </p:stCondLst>
                            <p:childTnLst>
                              <p:par>
                                <p:cTn id="201" presetID="1" presetClass="entr" fill="hold" nodeType="clickEffect">
                                  <p:stCondLst>
                                    <p:cond delay="0"/>
                                  </p:stCondLst>
                                  <p:childTnLst>
                                    <p:set>
                                      <p:cBhvr>
                                        <p:cTn id="202" dur="1" fill="hold">
                                          <p:stCondLst>
                                            <p:cond delay="0"/>
                                          </p:stCondLst>
                                        </p:cTn>
                                        <p:tgtEl>
                                          <p:spTgt spid="130"/>
                                        </p:tgtEl>
                                        <p:attrNameLst>
                                          <p:attrName>style.visibility</p:attrName>
                                        </p:attrNameLst>
                                      </p:cBhvr>
                                      <p:to>
                                        <p:strVal val="visible"/>
                                      </p:to>
                                    </p:set>
                                  </p:childTnLst>
                                </p:cTn>
                              </p:par>
                            </p:childTnLst>
                          </p:cTn>
                        </p:par>
                      </p:childTnLst>
                    </p:cTn>
                  </p:par>
                  <p:par>
                    <p:cTn id="203" fill="hold">
                      <p:stCondLst>
                        <p:cond delay="indefinite"/>
                      </p:stCondLst>
                      <p:childTnLst>
                        <p:par>
                          <p:cTn id="204" fill="hold">
                            <p:stCondLst>
                              <p:cond delay="0"/>
                            </p:stCondLst>
                            <p:childTnLst>
                              <p:par>
                                <p:cTn id="205" presetID="1" presetClass="entr" fill="hold" nodeType="clickEffect">
                                  <p:stCondLst>
                                    <p:cond delay="0"/>
                                  </p:stCondLst>
                                  <p:childTnLst>
                                    <p:set>
                                      <p:cBhvr>
                                        <p:cTn id="206" dur="1" fill="hold">
                                          <p:stCondLst>
                                            <p:cond delay="0"/>
                                          </p:stCondLst>
                                        </p:cTn>
                                        <p:tgtEl>
                                          <p:spTgt spid="12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1" name="ZoneTexte 1"/>
          <p:cNvSpPr/>
          <p:nvPr/>
        </p:nvSpPr>
        <p:spPr>
          <a:xfrm>
            <a:off x="0" y="2844360"/>
            <a:ext cx="12191400" cy="583920"/>
          </a:xfrm>
          <a:prstGeom prst="rect">
            <a:avLst/>
          </a:prstGeom>
          <a:noFill/>
          <a:ln w="0">
            <a:noFill/>
          </a:ln>
        </p:spPr>
        <p:style>
          <a:lnRef idx="0"/>
          <a:fillRef idx="0"/>
          <a:effectRef idx="0"/>
          <a:fontRef idx="minor"/>
        </p:style>
        <p:txBody>
          <a:bodyPr lIns="90000" tIns="45000" rIns="90000" bIns="45000" anchor="t">
            <a:spAutoFit/>
          </a:bodyPr>
          <a:p>
            <a:pPr algn="ctr" defTabSz="914400">
              <a:lnSpc>
                <a:spcPct val="100000"/>
              </a:lnSpc>
            </a:pPr>
            <a:r>
              <a:rPr lang="fr-MA" sz="3200" b="1" u="none" strike="noStrike">
                <a:solidFill>
                  <a:schemeClr val="dk1"/>
                </a:solidFill>
                <a:effectLst/>
                <a:uFillTx/>
                <a:latin typeface="Avenir Next LT Pro"/>
              </a:rPr>
              <a:t>Research report example: Spotify data</a:t>
            </a:r>
            <a:endParaRPr lang="fr-FR" sz="32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2" name="ZoneTexte 1"/>
          <p:cNvSpPr/>
          <p:nvPr/>
        </p:nvSpPr>
        <p:spPr>
          <a:xfrm>
            <a:off x="0" y="2844360"/>
            <a:ext cx="12191400" cy="583920"/>
          </a:xfrm>
          <a:prstGeom prst="rect">
            <a:avLst/>
          </a:prstGeom>
          <a:noFill/>
          <a:ln w="0">
            <a:noFill/>
          </a:ln>
        </p:spPr>
        <p:style>
          <a:lnRef idx="0"/>
          <a:fillRef idx="0"/>
          <a:effectRef idx="0"/>
          <a:fontRef idx="minor"/>
        </p:style>
        <p:txBody>
          <a:bodyPr lIns="90000" tIns="45000" rIns="90000" bIns="45000" anchor="t">
            <a:spAutoFit/>
          </a:bodyPr>
          <a:p>
            <a:pPr algn="ctr" defTabSz="914400">
              <a:lnSpc>
                <a:spcPct val="100000"/>
              </a:lnSpc>
            </a:pPr>
            <a:r>
              <a:rPr lang="fr-MA" sz="3200" b="1" u="none" strike="noStrike">
                <a:solidFill>
                  <a:schemeClr val="dk1"/>
                </a:solidFill>
                <a:effectLst/>
                <a:uFillTx/>
                <a:latin typeface="Avenir Next LT Pro"/>
              </a:rPr>
              <a:t>PART 3: Choosing your registered reports</a:t>
            </a:r>
            <a:endParaRPr lang="fr-FR" sz="32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3" name="ZoneTexte 1"/>
          <p:cNvSpPr/>
          <p:nvPr/>
        </p:nvSpPr>
        <p:spPr>
          <a:xfrm>
            <a:off x="0" y="0"/>
            <a:ext cx="12191400" cy="768600"/>
          </a:xfrm>
          <a:prstGeom prst="rect">
            <a:avLst/>
          </a:prstGeom>
          <a:noFill/>
          <a:ln w="0">
            <a:noFill/>
          </a:ln>
        </p:spPr>
        <p:style>
          <a:lnRef idx="0"/>
          <a:fillRef idx="0"/>
          <a:effectRef idx="0"/>
          <a:fontRef idx="minor"/>
        </p:style>
        <p:txBody>
          <a:bodyPr lIns="90000" tIns="45000" rIns="90000" bIns="45000" anchor="t">
            <a:spAutoFit/>
          </a:bodyPr>
          <a:p>
            <a:pPr algn="just" defTabSz="914400">
              <a:lnSpc>
                <a:spcPct val="100000"/>
              </a:lnSpc>
            </a:pPr>
            <a:r>
              <a:rPr lang="fr-MA" sz="4400" b="1" u="none" strike="noStrike">
                <a:solidFill>
                  <a:schemeClr val="dk1"/>
                </a:solidFill>
                <a:effectLst/>
                <a:uFillTx/>
                <a:latin typeface="Avenir Next LT Pro"/>
              </a:rPr>
              <a:t>Criteria</a:t>
            </a:r>
            <a:endParaRPr lang="fr-FR" sz="4400" b="0" u="none" strike="noStrike">
              <a:solidFill>
                <a:srgbClr val="000000"/>
              </a:solidFill>
              <a:effectLst/>
              <a:uFillTx/>
              <a:latin typeface="Arial"/>
            </a:endParaRPr>
          </a:p>
        </p:txBody>
      </p:sp>
      <p:sp>
        <p:nvSpPr>
          <p:cNvPr id="134" name="ZoneTexte 2"/>
          <p:cNvSpPr/>
          <p:nvPr/>
        </p:nvSpPr>
        <p:spPr>
          <a:xfrm>
            <a:off x="0" y="1326600"/>
            <a:ext cx="12191400" cy="455400"/>
          </a:xfrm>
          <a:prstGeom prst="rect">
            <a:avLst/>
          </a:prstGeom>
          <a:noFill/>
          <a:ln w="0">
            <a:noFill/>
          </a:ln>
        </p:spPr>
        <p:style>
          <a:lnRef idx="0"/>
          <a:fillRef idx="0"/>
          <a:effectRef idx="0"/>
          <a:fontRef idx="minor"/>
        </p:style>
        <p:txBody>
          <a:bodyPr lIns="90000" tIns="45000" rIns="90000" bIns="45000" anchor="t">
            <a:spAutoFit/>
          </a:bodyPr>
          <a:p>
            <a:pPr marL="343080" indent="-343080" algn="just" defTabSz="914400">
              <a:lnSpc>
                <a:spcPct val="100000"/>
              </a:lnSpc>
              <a:buClr>
                <a:srgbClr val="000000"/>
              </a:buClr>
              <a:buFont typeface="Arial"/>
              <a:buChar char="•"/>
            </a:pPr>
            <a:r>
              <a:rPr lang="fr-MA" sz="2400" b="0" u="none" strike="noStrike">
                <a:solidFill>
                  <a:schemeClr val="dk1"/>
                </a:solidFill>
                <a:effectLst/>
                <a:uFillTx/>
                <a:latin typeface="Avenir Next LT Pro"/>
              </a:rPr>
              <a:t>Think about your Master’s</a:t>
            </a:r>
            <a:endParaRPr lang="fr-FR" sz="2400" b="0" u="none" strike="noStrike">
              <a:solidFill>
                <a:srgbClr val="000000"/>
              </a:solidFill>
              <a:effectLst/>
              <a:uFillTx/>
              <a:latin typeface="Arial"/>
            </a:endParaRPr>
          </a:p>
        </p:txBody>
      </p:sp>
      <p:sp>
        <p:nvSpPr>
          <p:cNvPr id="135" name="ZoneTexte 3"/>
          <p:cNvSpPr/>
          <p:nvPr/>
        </p:nvSpPr>
        <p:spPr>
          <a:xfrm>
            <a:off x="0" y="2345040"/>
            <a:ext cx="12191400" cy="460800"/>
          </a:xfrm>
          <a:prstGeom prst="rect">
            <a:avLst/>
          </a:prstGeom>
          <a:noFill/>
          <a:ln w="0">
            <a:noFill/>
          </a:ln>
        </p:spPr>
        <p:style>
          <a:lnRef idx="0"/>
          <a:fillRef idx="0"/>
          <a:effectRef idx="0"/>
          <a:fontRef idx="minor"/>
        </p:style>
        <p:txBody>
          <a:bodyPr lIns="90000" tIns="45000" rIns="90000" bIns="45000" anchor="t">
            <a:spAutoFit/>
          </a:bodyPr>
          <a:p>
            <a:pPr marL="343080" indent="-343080" algn="just" defTabSz="914400">
              <a:lnSpc>
                <a:spcPct val="100000"/>
              </a:lnSpc>
              <a:buClr>
                <a:srgbClr val="000000"/>
              </a:buClr>
              <a:buFont typeface="Arial"/>
              <a:buChar char="•"/>
            </a:pPr>
            <a:r>
              <a:rPr lang="fr-MA" sz="2400" b="0" u="none" strike="noStrike">
                <a:solidFill>
                  <a:schemeClr val="dk1"/>
                </a:solidFill>
                <a:effectLst/>
                <a:uFillTx/>
                <a:latin typeface="Avenir Next LT Pro"/>
              </a:rPr>
              <a:t>Think about your research prospects/your portfolio</a:t>
            </a:r>
            <a:endParaRPr lang="fr-FR" sz="2400" b="0" u="none" strike="noStrike">
              <a:solidFill>
                <a:srgbClr val="000000"/>
              </a:solidFill>
              <a:effectLst/>
              <a:uFillTx/>
              <a:latin typeface="Arial"/>
            </a:endParaRPr>
          </a:p>
        </p:txBody>
      </p:sp>
      <p:sp>
        <p:nvSpPr>
          <p:cNvPr id="136" name="ZoneTexte 4"/>
          <p:cNvSpPr/>
          <p:nvPr/>
        </p:nvSpPr>
        <p:spPr>
          <a:xfrm>
            <a:off x="0" y="3314160"/>
            <a:ext cx="12191400" cy="460800"/>
          </a:xfrm>
          <a:prstGeom prst="rect">
            <a:avLst/>
          </a:prstGeom>
          <a:noFill/>
          <a:ln w="0">
            <a:noFill/>
          </a:ln>
        </p:spPr>
        <p:style>
          <a:lnRef idx="0"/>
          <a:fillRef idx="0"/>
          <a:effectRef idx="0"/>
          <a:fontRef idx="minor"/>
        </p:style>
        <p:txBody>
          <a:bodyPr lIns="90000" tIns="45000" rIns="90000" bIns="45000" anchor="t">
            <a:spAutoFit/>
          </a:bodyPr>
          <a:p>
            <a:pPr marL="343080" indent="-343080" algn="just" defTabSz="914400">
              <a:lnSpc>
                <a:spcPct val="100000"/>
              </a:lnSpc>
              <a:buClr>
                <a:srgbClr val="000000"/>
              </a:buClr>
              <a:buFont typeface="Arial"/>
              <a:buChar char="•"/>
            </a:pPr>
            <a:r>
              <a:rPr lang="fr-MA" sz="2400" b="0" u="none" strike="noStrike">
                <a:solidFill>
                  <a:schemeClr val="dk1"/>
                </a:solidFill>
                <a:effectLst/>
                <a:uFillTx/>
                <a:latin typeface="Avenir Next LT Pro"/>
              </a:rPr>
              <a:t>Think about your interests: it should be fun</a:t>
            </a:r>
            <a:endParaRPr lang="fr-FR" sz="2400" b="0" u="none" strike="noStrike">
              <a:solidFill>
                <a:srgbClr val="000000"/>
              </a:solidFill>
              <a:effectLst/>
              <a:uFillTx/>
              <a:latin typeface="Arial"/>
            </a:endParaRPr>
          </a:p>
        </p:txBody>
      </p:sp>
      <p:sp>
        <p:nvSpPr>
          <p:cNvPr id="137" name="ZoneTexte 5"/>
          <p:cNvSpPr/>
          <p:nvPr/>
        </p:nvSpPr>
        <p:spPr>
          <a:xfrm>
            <a:off x="0" y="4187880"/>
            <a:ext cx="12191400" cy="1199520"/>
          </a:xfrm>
          <a:prstGeom prst="rect">
            <a:avLst/>
          </a:prstGeom>
          <a:noFill/>
          <a:ln w="0">
            <a:noFill/>
          </a:ln>
        </p:spPr>
        <p:style>
          <a:lnRef idx="0"/>
          <a:fillRef idx="0"/>
          <a:effectRef idx="0"/>
          <a:fontRef idx="minor"/>
        </p:style>
        <p:txBody>
          <a:bodyPr lIns="90000" tIns="45000" rIns="90000" bIns="45000" anchor="t">
            <a:spAutoFit/>
          </a:bodyPr>
          <a:p>
            <a:pPr marL="343080" indent="-343080" algn="just" defTabSz="914400">
              <a:lnSpc>
                <a:spcPct val="100000"/>
              </a:lnSpc>
              <a:buClr>
                <a:srgbClr val="000000"/>
              </a:buClr>
              <a:buFont typeface="Arial"/>
              <a:buChar char="•"/>
            </a:pPr>
            <a:r>
              <a:rPr lang="fr-MA" sz="2400" b="0" u="none" strike="noStrike">
                <a:solidFill>
                  <a:schemeClr val="dk1"/>
                </a:solidFill>
                <a:effectLst/>
                <a:uFillTx/>
                <a:latin typeface="Avenir Next LT Pro"/>
              </a:rPr>
              <a:t>Think of what behavioral science can uniquely contribute compared to other « data experts » (physicists, economists…): e.g. human-ai interaction, consumer behavior, political behavior…</a:t>
            </a:r>
            <a:endParaRPr lang="fr-FR" sz="2400" b="0" u="none" strike="noStrike">
              <a:solidFill>
                <a:srgbClr val="000000"/>
              </a:solidFill>
              <a:effectLst/>
              <a:uFillTx/>
              <a:latin typeface="Arial"/>
            </a:endParaRPr>
          </a:p>
        </p:txBody>
      </p:sp>
      <p:sp>
        <p:nvSpPr>
          <p:cNvPr id="138" name="ZoneTexte 6"/>
          <p:cNvSpPr/>
          <p:nvPr/>
        </p:nvSpPr>
        <p:spPr>
          <a:xfrm>
            <a:off x="0" y="5750280"/>
            <a:ext cx="12191400" cy="460800"/>
          </a:xfrm>
          <a:prstGeom prst="rect">
            <a:avLst/>
          </a:prstGeom>
          <a:noFill/>
          <a:ln w="0">
            <a:noFill/>
          </a:ln>
        </p:spPr>
        <p:style>
          <a:lnRef idx="0"/>
          <a:fillRef idx="0"/>
          <a:effectRef idx="0"/>
          <a:fontRef idx="minor"/>
        </p:style>
        <p:txBody>
          <a:bodyPr lIns="90000" tIns="45000" rIns="90000" bIns="45000" anchor="t">
            <a:spAutoFit/>
          </a:bodyPr>
          <a:p>
            <a:pPr marL="343080" indent="-343080" algn="just" defTabSz="914400">
              <a:lnSpc>
                <a:spcPct val="100000"/>
              </a:lnSpc>
              <a:buClr>
                <a:srgbClr val="000000"/>
              </a:buClr>
              <a:buFont typeface="Arial"/>
              <a:buChar char="•"/>
            </a:pPr>
            <a:r>
              <a:rPr lang="fr-MA" sz="2400" b="0" u="none" strike="noStrike">
                <a:solidFill>
                  <a:schemeClr val="dk1"/>
                </a:solidFill>
                <a:effectLst/>
                <a:uFillTx/>
                <a:latin typeface="Avenir Next LT Pro"/>
              </a:rPr>
              <a:t>Think of what is novel: I expect you to run novel analyses, not replications</a:t>
            </a:r>
            <a:endParaRPr lang="fr-FR" sz="2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timing>
    <p:tnLst>
      <p:par>
        <p:cTn id="207" dur="indefinite" restart="never" nodeType="tmRoot">
          <p:childTnLst>
            <p:seq>
              <p:cTn id="208" dur="indefinite" nodeType="mainSeq">
                <p:childTnLst>
                  <p:par>
                    <p:cTn id="209" fill="hold">
                      <p:stCondLst>
                        <p:cond delay="indefinite"/>
                      </p:stCondLst>
                      <p:childTnLst>
                        <p:par>
                          <p:cTn id="210" fill="hold">
                            <p:stCondLst>
                              <p:cond delay="0"/>
                            </p:stCondLst>
                            <p:childTnLst>
                              <p:par>
                                <p:cTn id="211" presetID="1" presetClass="entr" fill="hold" nodeType="clickEffect">
                                  <p:stCondLst>
                                    <p:cond delay="0"/>
                                  </p:stCondLst>
                                  <p:childTnLst>
                                    <p:set>
                                      <p:cBhvr>
                                        <p:cTn id="212" dur="1" fill="hold">
                                          <p:stCondLst>
                                            <p:cond delay="0"/>
                                          </p:stCondLst>
                                        </p:cTn>
                                        <p:tgtEl>
                                          <p:spTgt spid="134"/>
                                        </p:tgtEl>
                                        <p:attrNameLst>
                                          <p:attrName>style.visibility</p:attrName>
                                        </p:attrNameLst>
                                      </p:cBhvr>
                                      <p:to>
                                        <p:strVal val="visible"/>
                                      </p:to>
                                    </p:set>
                                  </p:childTnLst>
                                </p:cTn>
                              </p:par>
                            </p:childTnLst>
                          </p:cTn>
                        </p:par>
                      </p:childTnLst>
                    </p:cTn>
                  </p:par>
                  <p:par>
                    <p:cTn id="213" fill="hold">
                      <p:stCondLst>
                        <p:cond delay="indefinite"/>
                      </p:stCondLst>
                      <p:childTnLst>
                        <p:par>
                          <p:cTn id="214" fill="hold">
                            <p:stCondLst>
                              <p:cond delay="0"/>
                            </p:stCondLst>
                            <p:childTnLst>
                              <p:par>
                                <p:cTn id="215" presetID="1" presetClass="entr" fill="hold" nodeType="clickEffect">
                                  <p:stCondLst>
                                    <p:cond delay="0"/>
                                  </p:stCondLst>
                                  <p:childTnLst>
                                    <p:set>
                                      <p:cBhvr>
                                        <p:cTn id="216" dur="1" fill="hold">
                                          <p:stCondLst>
                                            <p:cond delay="0"/>
                                          </p:stCondLst>
                                        </p:cTn>
                                        <p:tgtEl>
                                          <p:spTgt spid="135"/>
                                        </p:tgtEl>
                                        <p:attrNameLst>
                                          <p:attrName>style.visibility</p:attrName>
                                        </p:attrNameLst>
                                      </p:cBhvr>
                                      <p:to>
                                        <p:strVal val="visible"/>
                                      </p:to>
                                    </p:set>
                                  </p:childTnLst>
                                </p:cTn>
                              </p:par>
                            </p:childTnLst>
                          </p:cTn>
                        </p:par>
                      </p:childTnLst>
                    </p:cTn>
                  </p:par>
                  <p:par>
                    <p:cTn id="217" fill="hold">
                      <p:stCondLst>
                        <p:cond delay="indefinite"/>
                      </p:stCondLst>
                      <p:childTnLst>
                        <p:par>
                          <p:cTn id="218" fill="hold">
                            <p:stCondLst>
                              <p:cond delay="0"/>
                            </p:stCondLst>
                            <p:childTnLst>
                              <p:par>
                                <p:cTn id="219" presetID="1" presetClass="entr" fill="hold" nodeType="clickEffect">
                                  <p:stCondLst>
                                    <p:cond delay="0"/>
                                  </p:stCondLst>
                                  <p:childTnLst>
                                    <p:set>
                                      <p:cBhvr>
                                        <p:cTn id="220" dur="1" fill="hold">
                                          <p:stCondLst>
                                            <p:cond delay="0"/>
                                          </p:stCondLst>
                                        </p:cTn>
                                        <p:tgtEl>
                                          <p:spTgt spid="136"/>
                                        </p:tgtEl>
                                        <p:attrNameLst>
                                          <p:attrName>style.visibility</p:attrName>
                                        </p:attrNameLst>
                                      </p:cBhvr>
                                      <p:to>
                                        <p:strVal val="visible"/>
                                      </p:to>
                                    </p:set>
                                  </p:childTnLst>
                                </p:cTn>
                              </p:par>
                            </p:childTnLst>
                          </p:cTn>
                        </p:par>
                      </p:childTnLst>
                    </p:cTn>
                  </p:par>
                  <p:par>
                    <p:cTn id="221" fill="hold">
                      <p:stCondLst>
                        <p:cond delay="indefinite"/>
                      </p:stCondLst>
                      <p:childTnLst>
                        <p:par>
                          <p:cTn id="222" fill="hold">
                            <p:stCondLst>
                              <p:cond delay="0"/>
                            </p:stCondLst>
                            <p:childTnLst>
                              <p:par>
                                <p:cTn id="223" presetID="1" presetClass="entr" fill="hold" nodeType="clickEffect">
                                  <p:stCondLst>
                                    <p:cond delay="0"/>
                                  </p:stCondLst>
                                  <p:childTnLst>
                                    <p:set>
                                      <p:cBhvr>
                                        <p:cTn id="224" dur="1" fill="hold">
                                          <p:stCondLst>
                                            <p:cond delay="0"/>
                                          </p:stCondLst>
                                        </p:cTn>
                                        <p:tgtEl>
                                          <p:spTgt spid="137"/>
                                        </p:tgtEl>
                                        <p:attrNameLst>
                                          <p:attrName>style.visibility</p:attrName>
                                        </p:attrNameLst>
                                      </p:cBhvr>
                                      <p:to>
                                        <p:strVal val="visible"/>
                                      </p:to>
                                    </p:set>
                                  </p:childTnLst>
                                </p:cTn>
                              </p:par>
                            </p:childTnLst>
                          </p:cTn>
                        </p:par>
                      </p:childTnLst>
                    </p:cTn>
                  </p:par>
                  <p:par>
                    <p:cTn id="225" fill="hold">
                      <p:stCondLst>
                        <p:cond delay="indefinite"/>
                      </p:stCondLst>
                      <p:childTnLst>
                        <p:par>
                          <p:cTn id="226" fill="hold">
                            <p:stCondLst>
                              <p:cond delay="0"/>
                            </p:stCondLst>
                            <p:childTnLst>
                              <p:par>
                                <p:cTn id="227" presetID="1" presetClass="entr" fill="hold" nodeType="clickEffect">
                                  <p:stCondLst>
                                    <p:cond delay="0"/>
                                  </p:stCondLst>
                                  <p:childTnLst>
                                    <p:set>
                                      <p:cBhvr>
                                        <p:cTn id="228" dur="1" fill="hold">
                                          <p:stCondLst>
                                            <p:cond delay="0"/>
                                          </p:stCondLst>
                                        </p:cTn>
                                        <p:tgtEl>
                                          <p:spTgt spid="138"/>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9" name="ZoneTexte 1"/>
          <p:cNvSpPr/>
          <p:nvPr/>
        </p:nvSpPr>
        <p:spPr>
          <a:xfrm>
            <a:off x="0" y="2844360"/>
            <a:ext cx="12191400" cy="583920"/>
          </a:xfrm>
          <a:prstGeom prst="rect">
            <a:avLst/>
          </a:prstGeom>
          <a:noFill/>
          <a:ln w="0">
            <a:noFill/>
          </a:ln>
        </p:spPr>
        <p:style>
          <a:lnRef idx="0"/>
          <a:fillRef idx="0"/>
          <a:effectRef idx="0"/>
          <a:fontRef idx="minor"/>
        </p:style>
        <p:txBody>
          <a:bodyPr lIns="90000" tIns="45000" rIns="90000" bIns="45000" anchor="t">
            <a:spAutoFit/>
          </a:bodyPr>
          <a:p>
            <a:pPr algn="ctr" defTabSz="914400">
              <a:lnSpc>
                <a:spcPct val="100000"/>
              </a:lnSpc>
            </a:pPr>
            <a:r>
              <a:rPr lang="fr-MA" sz="3200" b="1" u="none" strike="noStrike">
                <a:solidFill>
                  <a:schemeClr val="dk1"/>
                </a:solidFill>
                <a:effectLst/>
                <a:uFillTx/>
                <a:latin typeface="Avenir Next LT Pro"/>
              </a:rPr>
              <a:t>PART 4: Autonomy</a:t>
            </a:r>
            <a:endParaRPr lang="fr-FR" sz="32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0" name="ZoneTexte 4"/>
          <p:cNvSpPr/>
          <p:nvPr/>
        </p:nvSpPr>
        <p:spPr>
          <a:xfrm>
            <a:off x="0" y="82080"/>
            <a:ext cx="12191400" cy="583920"/>
          </a:xfrm>
          <a:prstGeom prst="rect">
            <a:avLst/>
          </a:prstGeom>
          <a:noFill/>
          <a:ln w="0">
            <a:noFill/>
          </a:ln>
        </p:spPr>
        <p:style>
          <a:lnRef idx="0"/>
          <a:fillRef idx="0"/>
          <a:effectRef idx="0"/>
          <a:fontRef idx="minor"/>
        </p:style>
        <p:txBody>
          <a:bodyPr lIns="90000" tIns="45000" rIns="90000" bIns="45000" anchor="t">
            <a:spAutoFit/>
          </a:bodyPr>
          <a:p>
            <a:pPr algn="just" defTabSz="914400">
              <a:lnSpc>
                <a:spcPct val="100000"/>
              </a:lnSpc>
            </a:pPr>
            <a:r>
              <a:rPr lang="fr-MA" sz="3200" b="1" u="none" strike="noStrike">
                <a:solidFill>
                  <a:schemeClr val="dk1"/>
                </a:solidFill>
                <a:effectLst/>
                <a:uFillTx/>
                <a:latin typeface="Avenir Next LT Pro"/>
              </a:rPr>
              <a:t>How do you get help? </a:t>
            </a:r>
            <a:endParaRPr lang="fr-FR" sz="3200" b="0" u="none" strike="noStrike">
              <a:solidFill>
                <a:srgbClr val="000000"/>
              </a:solidFill>
              <a:effectLst/>
              <a:uFillTx/>
              <a:latin typeface="Arial"/>
            </a:endParaRPr>
          </a:p>
        </p:txBody>
      </p:sp>
      <p:sp>
        <p:nvSpPr>
          <p:cNvPr id="141" name="ZoneTexte 5"/>
          <p:cNvSpPr/>
          <p:nvPr/>
        </p:nvSpPr>
        <p:spPr>
          <a:xfrm>
            <a:off x="0" y="1326600"/>
            <a:ext cx="12191400" cy="460800"/>
          </a:xfrm>
          <a:prstGeom prst="rect">
            <a:avLst/>
          </a:prstGeom>
          <a:noFill/>
          <a:ln w="0">
            <a:noFill/>
          </a:ln>
        </p:spPr>
        <p:style>
          <a:lnRef idx="0"/>
          <a:fillRef idx="0"/>
          <a:effectRef idx="0"/>
          <a:fontRef idx="minor"/>
        </p:style>
        <p:txBody>
          <a:bodyPr lIns="90000" tIns="45000" rIns="90000" bIns="45000" anchor="t">
            <a:spAutoFit/>
          </a:bodyPr>
          <a:p>
            <a:pPr algn="ctr" defTabSz="914400">
              <a:lnSpc>
                <a:spcPct val="100000"/>
              </a:lnSpc>
            </a:pPr>
            <a:r>
              <a:rPr lang="fr-MA" sz="2400" b="1" u="none" strike="noStrike">
                <a:solidFill>
                  <a:schemeClr val="dk1"/>
                </a:solidFill>
                <a:effectLst/>
                <a:uFillTx/>
                <a:latin typeface="Avenir Next LT Pro"/>
              </a:rPr>
              <a:t>15-minutes rule</a:t>
            </a:r>
            <a:endParaRPr lang="fr-FR" sz="2400" b="0" u="none" strike="noStrike">
              <a:solidFill>
                <a:srgbClr val="000000"/>
              </a:solidFill>
              <a:effectLst/>
              <a:uFillTx/>
              <a:latin typeface="Arial"/>
            </a:endParaRPr>
          </a:p>
        </p:txBody>
      </p:sp>
      <p:sp>
        <p:nvSpPr>
          <p:cNvPr id="142" name="ZoneTexte 6"/>
          <p:cNvSpPr/>
          <p:nvPr/>
        </p:nvSpPr>
        <p:spPr>
          <a:xfrm>
            <a:off x="0" y="2072880"/>
            <a:ext cx="12191400" cy="460800"/>
          </a:xfrm>
          <a:prstGeom prst="rect">
            <a:avLst/>
          </a:prstGeom>
          <a:noFill/>
          <a:ln w="0">
            <a:noFill/>
          </a:ln>
        </p:spPr>
        <p:style>
          <a:lnRef idx="0"/>
          <a:fillRef idx="0"/>
          <a:effectRef idx="0"/>
          <a:fontRef idx="minor"/>
        </p:style>
        <p:txBody>
          <a:bodyPr lIns="90000" tIns="45000" rIns="90000" bIns="45000" anchor="t">
            <a:spAutoFit/>
          </a:bodyPr>
          <a:p>
            <a:pPr marL="343080" indent="-343080" algn="just" defTabSz="914400">
              <a:lnSpc>
                <a:spcPct val="100000"/>
              </a:lnSpc>
              <a:buClr>
                <a:srgbClr val="000000"/>
              </a:buClr>
              <a:buFont typeface="Arial"/>
              <a:buChar char="•"/>
            </a:pPr>
            <a:r>
              <a:rPr lang="fr-MA" sz="2400" b="0" u="none" strike="noStrike">
                <a:solidFill>
                  <a:schemeClr val="dk1"/>
                </a:solidFill>
                <a:effectLst/>
                <a:uFillTx/>
                <a:latin typeface="Avenir Next LT Pro"/>
              </a:rPr>
              <a:t>Use ? In R to access documentation</a:t>
            </a:r>
            <a:endParaRPr lang="fr-FR" sz="2400" b="0" u="none" strike="noStrike">
              <a:solidFill>
                <a:srgbClr val="000000"/>
              </a:solidFill>
              <a:effectLst/>
              <a:uFillTx/>
              <a:latin typeface="Arial"/>
            </a:endParaRPr>
          </a:p>
        </p:txBody>
      </p:sp>
      <p:sp>
        <p:nvSpPr>
          <p:cNvPr id="143" name="ZoneTexte 7"/>
          <p:cNvSpPr/>
          <p:nvPr/>
        </p:nvSpPr>
        <p:spPr>
          <a:xfrm>
            <a:off x="0" y="2724840"/>
            <a:ext cx="12191400" cy="460800"/>
          </a:xfrm>
          <a:prstGeom prst="rect">
            <a:avLst/>
          </a:prstGeom>
          <a:noFill/>
          <a:ln w="0">
            <a:noFill/>
          </a:ln>
        </p:spPr>
        <p:style>
          <a:lnRef idx="0"/>
          <a:fillRef idx="0"/>
          <a:effectRef idx="0"/>
          <a:fontRef idx="minor"/>
        </p:style>
        <p:txBody>
          <a:bodyPr lIns="90000" tIns="45000" rIns="90000" bIns="45000" anchor="t">
            <a:spAutoFit/>
          </a:bodyPr>
          <a:p>
            <a:pPr marL="343080" indent="-343080" algn="just" defTabSz="914400">
              <a:lnSpc>
                <a:spcPct val="100000"/>
              </a:lnSpc>
              <a:buClr>
                <a:srgbClr val="000000"/>
              </a:buClr>
              <a:buFont typeface="Arial"/>
              <a:buChar char="•"/>
            </a:pPr>
            <a:r>
              <a:rPr lang="fr-MA" sz="2400" b="0" u="none" strike="noStrike">
                <a:solidFill>
                  <a:schemeClr val="dk1"/>
                </a:solidFill>
                <a:effectLst/>
                <a:uFillTx/>
                <a:latin typeface="Avenir Next LT Pro"/>
              </a:rPr>
              <a:t>Ask Google</a:t>
            </a:r>
            <a:endParaRPr lang="fr-FR" sz="2400" b="0" u="none" strike="noStrike">
              <a:solidFill>
                <a:srgbClr val="000000"/>
              </a:solidFill>
              <a:effectLst/>
              <a:uFillTx/>
              <a:latin typeface="Arial"/>
            </a:endParaRPr>
          </a:p>
        </p:txBody>
      </p:sp>
      <p:sp>
        <p:nvSpPr>
          <p:cNvPr id="144" name="ZoneTexte 8"/>
          <p:cNvSpPr/>
          <p:nvPr/>
        </p:nvSpPr>
        <p:spPr>
          <a:xfrm>
            <a:off x="0" y="4122720"/>
            <a:ext cx="12191400" cy="455400"/>
          </a:xfrm>
          <a:prstGeom prst="rect">
            <a:avLst/>
          </a:prstGeom>
          <a:noFill/>
          <a:ln w="0">
            <a:noFill/>
          </a:ln>
        </p:spPr>
        <p:style>
          <a:lnRef idx="0"/>
          <a:fillRef idx="0"/>
          <a:effectRef idx="0"/>
          <a:fontRef idx="minor"/>
        </p:style>
        <p:txBody>
          <a:bodyPr lIns="90000" tIns="45000" rIns="90000" bIns="45000" anchor="t">
            <a:spAutoFit/>
          </a:bodyPr>
          <a:p>
            <a:pPr marL="343080" indent="-343080" algn="just" defTabSz="914400">
              <a:lnSpc>
                <a:spcPct val="100000"/>
              </a:lnSpc>
              <a:buClr>
                <a:srgbClr val="000000"/>
              </a:buClr>
              <a:buFont typeface="Arial"/>
              <a:buChar char="•"/>
            </a:pPr>
            <a:r>
              <a:rPr lang="fr-MA" sz="2400" b="0" u="none" strike="noStrike">
                <a:solidFill>
                  <a:schemeClr val="dk1"/>
                </a:solidFill>
                <a:effectLst/>
                <a:uFillTx/>
                <a:latin typeface="Avenir Next LT Pro"/>
              </a:rPr>
              <a:t>Search in your readings</a:t>
            </a:r>
            <a:endParaRPr lang="fr-FR" sz="2400" b="0" u="none" strike="noStrike">
              <a:solidFill>
                <a:srgbClr val="000000"/>
              </a:solidFill>
              <a:effectLst/>
              <a:uFillTx/>
              <a:latin typeface="Arial"/>
            </a:endParaRPr>
          </a:p>
        </p:txBody>
      </p:sp>
      <p:sp>
        <p:nvSpPr>
          <p:cNvPr id="145" name="ZoneTexte 9"/>
          <p:cNvSpPr/>
          <p:nvPr/>
        </p:nvSpPr>
        <p:spPr>
          <a:xfrm>
            <a:off x="0" y="4821480"/>
            <a:ext cx="12191400" cy="460800"/>
          </a:xfrm>
          <a:prstGeom prst="rect">
            <a:avLst/>
          </a:prstGeom>
          <a:noFill/>
          <a:ln w="0">
            <a:noFill/>
          </a:ln>
        </p:spPr>
        <p:style>
          <a:lnRef idx="0"/>
          <a:fillRef idx="0"/>
          <a:effectRef idx="0"/>
          <a:fontRef idx="minor"/>
        </p:style>
        <p:txBody>
          <a:bodyPr lIns="90000" tIns="45000" rIns="90000" bIns="45000" anchor="t">
            <a:spAutoFit/>
          </a:bodyPr>
          <a:p>
            <a:pPr marL="343080" indent="-343080" algn="just" defTabSz="914400">
              <a:lnSpc>
                <a:spcPct val="100000"/>
              </a:lnSpc>
              <a:buClr>
                <a:srgbClr val="000000"/>
              </a:buClr>
              <a:buFont typeface="Arial"/>
              <a:buChar char="•"/>
            </a:pPr>
            <a:r>
              <a:rPr lang="fr-MA" sz="2400" b="0" u="none" strike="noStrike">
                <a:solidFill>
                  <a:schemeClr val="dk1"/>
                </a:solidFill>
                <a:effectLst/>
                <a:uFillTx/>
                <a:latin typeface="Avenir Next LT Pro"/>
              </a:rPr>
              <a:t>… after 15 minutes of independent work, ask me</a:t>
            </a:r>
            <a:endParaRPr lang="fr-FR" sz="2400" b="0" u="none" strike="noStrike">
              <a:solidFill>
                <a:srgbClr val="000000"/>
              </a:solidFill>
              <a:effectLst/>
              <a:uFillTx/>
              <a:latin typeface="Arial"/>
            </a:endParaRPr>
          </a:p>
        </p:txBody>
      </p:sp>
      <p:sp>
        <p:nvSpPr>
          <p:cNvPr id="146" name="ZoneTexte 10"/>
          <p:cNvSpPr/>
          <p:nvPr/>
        </p:nvSpPr>
        <p:spPr>
          <a:xfrm>
            <a:off x="0" y="3423600"/>
            <a:ext cx="12191400" cy="460800"/>
          </a:xfrm>
          <a:prstGeom prst="rect">
            <a:avLst/>
          </a:prstGeom>
          <a:noFill/>
          <a:ln w="0">
            <a:noFill/>
          </a:ln>
        </p:spPr>
        <p:style>
          <a:lnRef idx="0"/>
          <a:fillRef idx="0"/>
          <a:effectRef idx="0"/>
          <a:fontRef idx="minor"/>
        </p:style>
        <p:txBody>
          <a:bodyPr lIns="90000" tIns="45000" rIns="90000" bIns="45000" anchor="t">
            <a:spAutoFit/>
          </a:bodyPr>
          <a:p>
            <a:pPr marL="343080" indent="-343080" algn="just" defTabSz="914400">
              <a:lnSpc>
                <a:spcPct val="100000"/>
              </a:lnSpc>
              <a:buClr>
                <a:srgbClr val="000000"/>
              </a:buClr>
              <a:buFont typeface="Arial"/>
              <a:buChar char="•"/>
            </a:pPr>
            <a:r>
              <a:rPr lang="fr-MA" sz="2400" b="0" u="none" strike="noStrike">
                <a:solidFill>
                  <a:schemeClr val="dk1"/>
                </a:solidFill>
                <a:effectLst/>
                <a:uFillTx/>
                <a:latin typeface="Avenir Next LT Pro"/>
              </a:rPr>
              <a:t>Look at other people's code (e.g. my template; or ask around)</a:t>
            </a:r>
            <a:endParaRPr lang="fr-FR" sz="2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timing>
    <p:tnLst>
      <p:par>
        <p:cTn id="229" dur="indefinite" restart="never" nodeType="tmRoot">
          <p:childTnLst>
            <p:seq>
              <p:cTn id="230" dur="indefinite" nodeType="mainSeq">
                <p:childTnLst>
                  <p:par>
                    <p:cTn id="231" fill="hold">
                      <p:stCondLst>
                        <p:cond delay="indefinite"/>
                      </p:stCondLst>
                      <p:childTnLst>
                        <p:par>
                          <p:cTn id="232" fill="hold">
                            <p:stCondLst>
                              <p:cond delay="0"/>
                            </p:stCondLst>
                            <p:childTnLst>
                              <p:par>
                                <p:cTn id="233" presetID="1" presetClass="entr" fill="hold" nodeType="clickEffect">
                                  <p:stCondLst>
                                    <p:cond delay="0"/>
                                  </p:stCondLst>
                                  <p:childTnLst>
                                    <p:set>
                                      <p:cBhvr>
                                        <p:cTn id="234" dur="1" fill="hold">
                                          <p:stCondLst>
                                            <p:cond delay="0"/>
                                          </p:stCondLst>
                                        </p:cTn>
                                        <p:tgtEl>
                                          <p:spTgt spid="141"/>
                                        </p:tgtEl>
                                        <p:attrNameLst>
                                          <p:attrName>style.visibility</p:attrName>
                                        </p:attrNameLst>
                                      </p:cBhvr>
                                      <p:to>
                                        <p:strVal val="visible"/>
                                      </p:to>
                                    </p:set>
                                  </p:childTnLst>
                                </p:cTn>
                              </p:par>
                            </p:childTnLst>
                          </p:cTn>
                        </p:par>
                      </p:childTnLst>
                    </p:cTn>
                  </p:par>
                  <p:par>
                    <p:cTn id="235" fill="hold">
                      <p:stCondLst>
                        <p:cond delay="indefinite"/>
                      </p:stCondLst>
                      <p:childTnLst>
                        <p:par>
                          <p:cTn id="236" fill="hold">
                            <p:stCondLst>
                              <p:cond delay="0"/>
                            </p:stCondLst>
                            <p:childTnLst>
                              <p:par>
                                <p:cTn id="237" presetID="1" presetClass="entr" fill="hold" nodeType="clickEffect">
                                  <p:stCondLst>
                                    <p:cond delay="0"/>
                                  </p:stCondLst>
                                  <p:childTnLst>
                                    <p:set>
                                      <p:cBhvr>
                                        <p:cTn id="238" dur="1" fill="hold">
                                          <p:stCondLst>
                                            <p:cond delay="0"/>
                                          </p:stCondLst>
                                        </p:cTn>
                                        <p:tgtEl>
                                          <p:spTgt spid="142"/>
                                        </p:tgtEl>
                                        <p:attrNameLst>
                                          <p:attrName>style.visibility</p:attrName>
                                        </p:attrNameLst>
                                      </p:cBhvr>
                                      <p:to>
                                        <p:strVal val="visible"/>
                                      </p:to>
                                    </p:set>
                                  </p:childTnLst>
                                </p:cTn>
                              </p:par>
                            </p:childTnLst>
                          </p:cTn>
                        </p:par>
                      </p:childTnLst>
                    </p:cTn>
                  </p:par>
                  <p:par>
                    <p:cTn id="239" fill="hold">
                      <p:stCondLst>
                        <p:cond delay="indefinite"/>
                      </p:stCondLst>
                      <p:childTnLst>
                        <p:par>
                          <p:cTn id="240" fill="hold">
                            <p:stCondLst>
                              <p:cond delay="0"/>
                            </p:stCondLst>
                            <p:childTnLst>
                              <p:par>
                                <p:cTn id="241" presetID="1" presetClass="entr" fill="hold" nodeType="clickEffect">
                                  <p:stCondLst>
                                    <p:cond delay="0"/>
                                  </p:stCondLst>
                                  <p:childTnLst>
                                    <p:set>
                                      <p:cBhvr>
                                        <p:cTn id="242" dur="1" fill="hold">
                                          <p:stCondLst>
                                            <p:cond delay="0"/>
                                          </p:stCondLst>
                                        </p:cTn>
                                        <p:tgtEl>
                                          <p:spTgt spid="143"/>
                                        </p:tgtEl>
                                        <p:attrNameLst>
                                          <p:attrName>style.visibility</p:attrName>
                                        </p:attrNameLst>
                                      </p:cBhvr>
                                      <p:to>
                                        <p:strVal val="visible"/>
                                      </p:to>
                                    </p:set>
                                  </p:childTnLst>
                                </p:cTn>
                              </p:par>
                            </p:childTnLst>
                          </p:cTn>
                        </p:par>
                      </p:childTnLst>
                    </p:cTn>
                  </p:par>
                  <p:par>
                    <p:cTn id="243" fill="hold">
                      <p:stCondLst>
                        <p:cond delay="indefinite"/>
                      </p:stCondLst>
                      <p:childTnLst>
                        <p:par>
                          <p:cTn id="244" fill="hold">
                            <p:stCondLst>
                              <p:cond delay="0"/>
                            </p:stCondLst>
                            <p:childTnLst>
                              <p:par>
                                <p:cTn id="245" presetID="1" presetClass="entr" fill="hold" nodeType="clickEffect">
                                  <p:stCondLst>
                                    <p:cond delay="0"/>
                                  </p:stCondLst>
                                  <p:childTnLst>
                                    <p:set>
                                      <p:cBhvr>
                                        <p:cTn id="246" dur="1" fill="hold">
                                          <p:stCondLst>
                                            <p:cond delay="0"/>
                                          </p:stCondLst>
                                        </p:cTn>
                                        <p:tgtEl>
                                          <p:spTgt spid="144"/>
                                        </p:tgtEl>
                                        <p:attrNameLst>
                                          <p:attrName>style.visibility</p:attrName>
                                        </p:attrNameLst>
                                      </p:cBhvr>
                                      <p:to>
                                        <p:strVal val="visible"/>
                                      </p:to>
                                    </p:set>
                                  </p:childTnLst>
                                </p:cTn>
                              </p:par>
                            </p:childTnLst>
                          </p:cTn>
                        </p:par>
                      </p:childTnLst>
                    </p:cTn>
                  </p:par>
                  <p:par>
                    <p:cTn id="247" fill="hold">
                      <p:stCondLst>
                        <p:cond delay="indefinite"/>
                      </p:stCondLst>
                      <p:childTnLst>
                        <p:par>
                          <p:cTn id="248" fill="hold">
                            <p:stCondLst>
                              <p:cond delay="0"/>
                            </p:stCondLst>
                            <p:childTnLst>
                              <p:par>
                                <p:cTn id="249" presetID="1" presetClass="entr" fill="hold" nodeType="clickEffect">
                                  <p:stCondLst>
                                    <p:cond delay="0"/>
                                  </p:stCondLst>
                                  <p:childTnLst>
                                    <p:set>
                                      <p:cBhvr>
                                        <p:cTn id="250" dur="1" fill="hold">
                                          <p:stCondLst>
                                            <p:cond delay="0"/>
                                          </p:stCondLst>
                                        </p:cTn>
                                        <p:tgtEl>
                                          <p:spTgt spid="145"/>
                                        </p:tgtEl>
                                        <p:attrNameLst>
                                          <p:attrName>style.visibility</p:attrName>
                                        </p:attrNameLst>
                                      </p:cBhvr>
                                      <p:to>
                                        <p:strVal val="visible"/>
                                      </p:to>
                                    </p:set>
                                  </p:childTnLst>
                                </p:cTn>
                              </p:par>
                            </p:childTnLst>
                          </p:cTn>
                        </p:par>
                      </p:childTnLst>
                    </p:cTn>
                  </p:par>
                  <p:par>
                    <p:cTn id="251" fill="hold">
                      <p:stCondLst>
                        <p:cond delay="indefinite"/>
                      </p:stCondLst>
                      <p:childTnLst>
                        <p:par>
                          <p:cTn id="252" fill="hold">
                            <p:stCondLst>
                              <p:cond delay="0"/>
                            </p:stCondLst>
                            <p:childTnLst>
                              <p:par>
                                <p:cTn id="253" presetID="1" presetClass="entr" fill="hold" nodeType="clickEffect">
                                  <p:stCondLst>
                                    <p:cond delay="0"/>
                                  </p:stCondLst>
                                  <p:childTnLst>
                                    <p:set>
                                      <p:cBhvr>
                                        <p:cTn id="254" dur="1" fill="hold">
                                          <p:stCondLst>
                                            <p:cond delay="0"/>
                                          </p:stCondLst>
                                        </p:cTn>
                                        <p:tgtEl>
                                          <p:spTgt spid="14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7" name="ZoneTexte 4"/>
          <p:cNvSpPr/>
          <p:nvPr/>
        </p:nvSpPr>
        <p:spPr>
          <a:xfrm>
            <a:off x="0" y="82080"/>
            <a:ext cx="12191400" cy="583920"/>
          </a:xfrm>
          <a:prstGeom prst="rect">
            <a:avLst/>
          </a:prstGeom>
          <a:noFill/>
          <a:ln w="0">
            <a:noFill/>
          </a:ln>
        </p:spPr>
        <p:style>
          <a:lnRef idx="0"/>
          <a:fillRef idx="0"/>
          <a:effectRef idx="0"/>
          <a:fontRef idx="minor"/>
        </p:style>
        <p:txBody>
          <a:bodyPr lIns="90000" tIns="45000" rIns="90000" bIns="45000" anchor="t">
            <a:spAutoFit/>
          </a:bodyPr>
          <a:p>
            <a:pPr algn="just" defTabSz="914400">
              <a:lnSpc>
                <a:spcPct val="100000"/>
              </a:lnSpc>
            </a:pPr>
            <a:r>
              <a:rPr lang="fr-MA" sz="3200" b="1" u="none" strike="noStrike">
                <a:solidFill>
                  <a:schemeClr val="dk1"/>
                </a:solidFill>
                <a:effectLst/>
                <a:uFillTx/>
                <a:latin typeface="Avenir Next LT Pro"/>
              </a:rPr>
              <a:t>How do you get help? </a:t>
            </a:r>
            <a:endParaRPr lang="fr-FR" sz="3200" b="0" u="none" strike="noStrike">
              <a:solidFill>
                <a:srgbClr val="000000"/>
              </a:solidFill>
              <a:effectLst/>
              <a:uFillTx/>
              <a:latin typeface="Arial"/>
            </a:endParaRPr>
          </a:p>
        </p:txBody>
      </p:sp>
      <p:sp>
        <p:nvSpPr>
          <p:cNvPr id="148" name="ZoneTexte 5"/>
          <p:cNvSpPr/>
          <p:nvPr/>
        </p:nvSpPr>
        <p:spPr>
          <a:xfrm>
            <a:off x="0" y="1326600"/>
            <a:ext cx="12191400" cy="583920"/>
          </a:xfrm>
          <a:prstGeom prst="rect">
            <a:avLst/>
          </a:prstGeom>
          <a:noFill/>
          <a:ln w="0">
            <a:noFill/>
          </a:ln>
        </p:spPr>
        <p:style>
          <a:lnRef idx="0"/>
          <a:fillRef idx="0"/>
          <a:effectRef idx="0"/>
          <a:fontRef idx="minor"/>
        </p:style>
        <p:txBody>
          <a:bodyPr lIns="90000" tIns="45000" rIns="90000" bIns="45000" anchor="t">
            <a:spAutoFit/>
          </a:bodyPr>
          <a:p>
            <a:pPr algn="ctr" defTabSz="914400">
              <a:lnSpc>
                <a:spcPct val="100000"/>
              </a:lnSpc>
            </a:pPr>
            <a:r>
              <a:rPr lang="fr-MA" sz="3200" b="1" u="none" strike="noStrike">
                <a:solidFill>
                  <a:schemeClr val="dk1"/>
                </a:solidFill>
                <a:effectLst/>
                <a:uFillTx/>
                <a:latin typeface="Avenir Next LT Pro"/>
              </a:rPr>
              <a:t>What about AI?</a:t>
            </a:r>
            <a:endParaRPr lang="fr-FR" sz="3200" b="0" u="none" strike="noStrike">
              <a:solidFill>
                <a:srgbClr val="000000"/>
              </a:solidFill>
              <a:effectLst/>
              <a:uFillTx/>
              <a:latin typeface="Arial"/>
            </a:endParaRPr>
          </a:p>
        </p:txBody>
      </p:sp>
      <p:sp>
        <p:nvSpPr>
          <p:cNvPr id="149" name="ZoneTexte 11"/>
          <p:cNvSpPr/>
          <p:nvPr/>
        </p:nvSpPr>
        <p:spPr>
          <a:xfrm>
            <a:off x="48600" y="2779200"/>
            <a:ext cx="12191400" cy="460800"/>
          </a:xfrm>
          <a:prstGeom prst="rect">
            <a:avLst/>
          </a:prstGeom>
          <a:noFill/>
          <a:ln w="0">
            <a:noFill/>
          </a:ln>
        </p:spPr>
        <p:style>
          <a:lnRef idx="0"/>
          <a:fillRef idx="0"/>
          <a:effectRef idx="0"/>
          <a:fontRef idx="minor"/>
        </p:style>
        <p:txBody>
          <a:bodyPr lIns="90000" tIns="45000" rIns="90000" bIns="45000" anchor="t">
            <a:spAutoFit/>
          </a:bodyPr>
          <a:p>
            <a:pPr algn="ctr" defTabSz="914400">
              <a:lnSpc>
                <a:spcPct val="100000"/>
              </a:lnSpc>
            </a:pPr>
            <a:r>
              <a:rPr lang="fr-MA" sz="2400" b="0" u="none" strike="noStrike">
                <a:solidFill>
                  <a:schemeClr val="dk1"/>
                </a:solidFill>
                <a:effectLst/>
                <a:uFillTx/>
                <a:latin typeface="Avenir Next LT Pro"/>
              </a:rPr>
              <a:t>We won't use it for the first few classes</a:t>
            </a:r>
            <a:endParaRPr lang="fr-FR" sz="2400" b="0" u="none" strike="noStrike">
              <a:solidFill>
                <a:srgbClr val="000000"/>
              </a:solidFill>
              <a:effectLst/>
              <a:uFillTx/>
              <a:latin typeface="Arial"/>
            </a:endParaRPr>
          </a:p>
        </p:txBody>
      </p:sp>
      <p:sp>
        <p:nvSpPr>
          <p:cNvPr id="150" name="ZoneTexte 12"/>
          <p:cNvSpPr/>
          <p:nvPr/>
        </p:nvSpPr>
        <p:spPr>
          <a:xfrm>
            <a:off x="0" y="4029480"/>
            <a:ext cx="12191400" cy="830160"/>
          </a:xfrm>
          <a:prstGeom prst="rect">
            <a:avLst/>
          </a:prstGeom>
          <a:noFill/>
          <a:ln w="0">
            <a:noFill/>
          </a:ln>
        </p:spPr>
        <p:style>
          <a:lnRef idx="0"/>
          <a:fillRef idx="0"/>
          <a:effectRef idx="0"/>
          <a:fontRef idx="minor"/>
        </p:style>
        <p:txBody>
          <a:bodyPr lIns="90000" tIns="45000" rIns="90000" bIns="45000" anchor="t">
            <a:spAutoFit/>
          </a:bodyPr>
          <a:p>
            <a:pPr algn="ctr" defTabSz="914400">
              <a:lnSpc>
                <a:spcPct val="100000"/>
              </a:lnSpc>
            </a:pPr>
            <a:r>
              <a:rPr lang="fr-MA" sz="2400" b="0" u="none" strike="noStrike">
                <a:solidFill>
                  <a:schemeClr val="dk1"/>
                </a:solidFill>
                <a:effectLst/>
                <a:uFillTx/>
                <a:latin typeface="Avenir Next LT Pro"/>
              </a:rPr>
              <a:t>You can use it for your registered reports, but remember that 50% of your grade comes from in-class exams where you won't have access to AI</a:t>
            </a:r>
            <a:endParaRPr lang="fr-FR" sz="2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timing>
    <p:tnLst>
      <p:par>
        <p:cTn id="255" dur="indefinite" restart="never" nodeType="tmRoot">
          <p:childTnLst>
            <p:seq>
              <p:cTn id="256" dur="indefinite" nodeType="mainSeq">
                <p:childTnLst>
                  <p:par>
                    <p:cTn id="257" fill="hold">
                      <p:stCondLst>
                        <p:cond delay="indefinite"/>
                      </p:stCondLst>
                      <p:childTnLst>
                        <p:par>
                          <p:cTn id="258" fill="hold">
                            <p:stCondLst>
                              <p:cond delay="0"/>
                            </p:stCondLst>
                            <p:childTnLst>
                              <p:par>
                                <p:cTn id="259" presetID="1" presetClass="entr" fill="hold" nodeType="clickEffect">
                                  <p:stCondLst>
                                    <p:cond delay="0"/>
                                  </p:stCondLst>
                                  <p:childTnLst>
                                    <p:set>
                                      <p:cBhvr>
                                        <p:cTn id="260" dur="1" fill="hold">
                                          <p:stCondLst>
                                            <p:cond delay="0"/>
                                          </p:stCondLst>
                                        </p:cTn>
                                        <p:tgtEl>
                                          <p:spTgt spid="148"/>
                                        </p:tgtEl>
                                        <p:attrNameLst>
                                          <p:attrName>style.visibility</p:attrName>
                                        </p:attrNameLst>
                                      </p:cBhvr>
                                      <p:to>
                                        <p:strVal val="visible"/>
                                      </p:to>
                                    </p:set>
                                  </p:childTnLst>
                                </p:cTn>
                              </p:par>
                            </p:childTnLst>
                          </p:cTn>
                        </p:par>
                      </p:childTnLst>
                    </p:cTn>
                  </p:par>
                  <p:par>
                    <p:cTn id="261" fill="hold">
                      <p:stCondLst>
                        <p:cond delay="indefinite"/>
                      </p:stCondLst>
                      <p:childTnLst>
                        <p:par>
                          <p:cTn id="262" fill="hold">
                            <p:stCondLst>
                              <p:cond delay="0"/>
                            </p:stCondLst>
                            <p:childTnLst>
                              <p:par>
                                <p:cTn id="263" presetID="1" presetClass="entr" fill="hold" nodeType="clickEffect">
                                  <p:stCondLst>
                                    <p:cond delay="0"/>
                                  </p:stCondLst>
                                  <p:childTnLst>
                                    <p:set>
                                      <p:cBhvr>
                                        <p:cTn id="264" dur="1" fill="hold">
                                          <p:stCondLst>
                                            <p:cond delay="0"/>
                                          </p:stCondLst>
                                        </p:cTn>
                                        <p:tgtEl>
                                          <p:spTgt spid="149"/>
                                        </p:tgtEl>
                                        <p:attrNameLst>
                                          <p:attrName>style.visibility</p:attrName>
                                        </p:attrNameLst>
                                      </p:cBhvr>
                                      <p:to>
                                        <p:strVal val="visible"/>
                                      </p:to>
                                    </p:set>
                                  </p:childTnLst>
                                </p:cTn>
                              </p:par>
                            </p:childTnLst>
                          </p:cTn>
                        </p:par>
                      </p:childTnLst>
                    </p:cTn>
                  </p:par>
                  <p:par>
                    <p:cTn id="265" fill="hold">
                      <p:stCondLst>
                        <p:cond delay="indefinite"/>
                      </p:stCondLst>
                      <p:childTnLst>
                        <p:par>
                          <p:cTn id="266" fill="hold">
                            <p:stCondLst>
                              <p:cond delay="0"/>
                            </p:stCondLst>
                            <p:childTnLst>
                              <p:par>
                                <p:cTn id="267" presetID="1" presetClass="entr" fill="hold" nodeType="clickEffect">
                                  <p:stCondLst>
                                    <p:cond delay="0"/>
                                  </p:stCondLst>
                                  <p:childTnLst>
                                    <p:set>
                                      <p:cBhvr>
                                        <p:cTn id="268" dur="1" fill="hold">
                                          <p:stCondLst>
                                            <p:cond delay="0"/>
                                          </p:stCondLst>
                                        </p:cTn>
                                        <p:tgtEl>
                                          <p:spTgt spid="150"/>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1" name="ZoneTexte 1"/>
          <p:cNvSpPr/>
          <p:nvPr/>
        </p:nvSpPr>
        <p:spPr>
          <a:xfrm>
            <a:off x="0" y="525240"/>
            <a:ext cx="12191400" cy="583920"/>
          </a:xfrm>
          <a:prstGeom prst="rect">
            <a:avLst/>
          </a:prstGeom>
          <a:noFill/>
          <a:ln w="0">
            <a:noFill/>
          </a:ln>
        </p:spPr>
        <p:style>
          <a:lnRef idx="0"/>
          <a:fillRef idx="0"/>
          <a:effectRef idx="0"/>
          <a:fontRef idx="minor"/>
        </p:style>
        <p:txBody>
          <a:bodyPr lIns="90000" tIns="45000" rIns="90000" bIns="45000" anchor="t">
            <a:spAutoFit/>
          </a:bodyPr>
          <a:p>
            <a:pPr algn="ctr" defTabSz="914400">
              <a:lnSpc>
                <a:spcPct val="100000"/>
              </a:lnSpc>
            </a:pPr>
            <a:r>
              <a:rPr lang="fr-MA" sz="3200" b="1" u="none" strike="noStrike">
                <a:solidFill>
                  <a:schemeClr val="dk1"/>
                </a:solidFill>
                <a:effectLst/>
                <a:uFillTx/>
                <a:latin typeface="Avenir Next LT Pro"/>
              </a:rPr>
              <a:t>FOR NEXT WEEK:</a:t>
            </a:r>
            <a:endParaRPr lang="fr-FR" sz="3200" b="0" u="none" strike="noStrike">
              <a:solidFill>
                <a:srgbClr val="000000"/>
              </a:solidFill>
              <a:effectLst/>
              <a:uFillTx/>
              <a:latin typeface="Arial"/>
            </a:endParaRPr>
          </a:p>
        </p:txBody>
      </p:sp>
      <p:sp>
        <p:nvSpPr>
          <p:cNvPr id="152" name="ZoneTexte 2"/>
          <p:cNvSpPr/>
          <p:nvPr/>
        </p:nvSpPr>
        <p:spPr>
          <a:xfrm>
            <a:off x="0" y="1639080"/>
            <a:ext cx="12191400" cy="455400"/>
          </a:xfrm>
          <a:prstGeom prst="rect">
            <a:avLst/>
          </a:prstGeom>
          <a:noFill/>
          <a:ln w="0">
            <a:noFill/>
          </a:ln>
        </p:spPr>
        <p:style>
          <a:lnRef idx="0"/>
          <a:fillRef idx="0"/>
          <a:effectRef idx="0"/>
          <a:fontRef idx="minor"/>
        </p:style>
        <p:txBody>
          <a:bodyPr lIns="90000" tIns="45000" rIns="90000" bIns="45000" anchor="t">
            <a:spAutoFit/>
          </a:bodyPr>
          <a:p>
            <a:pPr marL="343080" indent="-343080" algn="just" defTabSz="914400">
              <a:lnSpc>
                <a:spcPct val="100000"/>
              </a:lnSpc>
              <a:buClr>
                <a:srgbClr val="000000"/>
              </a:buClr>
              <a:buFont typeface="Arial"/>
              <a:buChar char="•"/>
            </a:pPr>
            <a:r>
              <a:rPr lang="fr-MA" sz="2400" b="0" u="none" strike="noStrike">
                <a:solidFill>
                  <a:srgbClr val="000000"/>
                </a:solidFill>
                <a:effectLst/>
                <a:uFillTx/>
                <a:latin typeface="Avenir Next LT Pro"/>
              </a:rPr>
              <a:t>Readings</a:t>
            </a:r>
            <a:endParaRPr lang="fr-FR" sz="2400" b="0" u="none" strike="noStrike">
              <a:solidFill>
                <a:srgbClr val="000000"/>
              </a:solidFill>
              <a:effectLst/>
              <a:uFillTx/>
              <a:latin typeface="Arial"/>
            </a:endParaRPr>
          </a:p>
        </p:txBody>
      </p:sp>
      <p:sp>
        <p:nvSpPr>
          <p:cNvPr id="153" name="ZoneTexte 3"/>
          <p:cNvSpPr/>
          <p:nvPr/>
        </p:nvSpPr>
        <p:spPr>
          <a:xfrm>
            <a:off x="0" y="2399040"/>
            <a:ext cx="12191400" cy="455400"/>
          </a:xfrm>
          <a:prstGeom prst="rect">
            <a:avLst/>
          </a:prstGeom>
          <a:noFill/>
          <a:ln w="0">
            <a:noFill/>
          </a:ln>
        </p:spPr>
        <p:style>
          <a:lnRef idx="0"/>
          <a:fillRef idx="0"/>
          <a:effectRef idx="0"/>
          <a:fontRef idx="minor"/>
        </p:style>
        <p:txBody>
          <a:bodyPr lIns="90000" tIns="45000" rIns="90000" bIns="45000" anchor="t">
            <a:spAutoFit/>
          </a:bodyPr>
          <a:p>
            <a:pPr marL="343080" indent="-343080" algn="just" defTabSz="914400">
              <a:lnSpc>
                <a:spcPct val="100000"/>
              </a:lnSpc>
              <a:buClr>
                <a:srgbClr val="000000"/>
              </a:buClr>
              <a:buFont typeface="Arial"/>
              <a:buChar char="•"/>
            </a:pPr>
            <a:r>
              <a:rPr lang="fr-MA" sz="2400" b="0" u="none" strike="noStrike">
                <a:solidFill>
                  <a:schemeClr val="dk1"/>
                </a:solidFill>
                <a:effectLst/>
                <a:uFillTx/>
                <a:latin typeface="Avenir Next LT Pro"/>
              </a:rPr>
              <a:t>Finish Titanic if not finished in class</a:t>
            </a:r>
            <a:endParaRPr lang="fr-FR" sz="2400" b="0" u="none" strike="noStrike">
              <a:solidFill>
                <a:srgbClr val="000000"/>
              </a:solidFill>
              <a:effectLst/>
              <a:uFillTx/>
              <a:latin typeface="Arial"/>
            </a:endParaRPr>
          </a:p>
        </p:txBody>
      </p:sp>
      <p:sp>
        <p:nvSpPr>
          <p:cNvPr id="154" name="ZoneTexte 5"/>
          <p:cNvSpPr/>
          <p:nvPr/>
        </p:nvSpPr>
        <p:spPr>
          <a:xfrm>
            <a:off x="360" y="3138840"/>
            <a:ext cx="12191400" cy="460800"/>
          </a:xfrm>
          <a:prstGeom prst="rect">
            <a:avLst/>
          </a:prstGeom>
          <a:noFill/>
          <a:ln w="0">
            <a:noFill/>
          </a:ln>
        </p:spPr>
        <p:style>
          <a:lnRef idx="0"/>
          <a:fillRef idx="0"/>
          <a:effectRef idx="0"/>
          <a:fontRef idx="minor"/>
        </p:style>
        <p:txBody>
          <a:bodyPr lIns="90000" tIns="45000" rIns="90000" bIns="45000" anchor="t">
            <a:spAutoFit/>
          </a:bodyPr>
          <a:p>
            <a:pPr marL="343080" indent="-343080" algn="just" defTabSz="914400">
              <a:lnSpc>
                <a:spcPct val="100000"/>
              </a:lnSpc>
              <a:buClr>
                <a:srgbClr val="000000"/>
              </a:buClr>
              <a:buFont typeface="Arial"/>
              <a:buChar char="•"/>
            </a:pPr>
            <a:r>
              <a:rPr lang="fr-MA" sz="2400" b="0" u="none" strike="noStrike">
                <a:solidFill>
                  <a:schemeClr val="dk1"/>
                </a:solidFill>
                <a:effectLst/>
                <a:uFillTx/>
                <a:latin typeface="Avenir Next LT Pro"/>
              </a:rPr>
              <a:t>Create a Github account</a:t>
            </a:r>
            <a:endParaRPr lang="fr-FR" sz="2400" b="0" u="none" strike="noStrike">
              <a:solidFill>
                <a:srgbClr val="000000"/>
              </a:solidFill>
              <a:effectLst/>
              <a:uFillTx/>
              <a:latin typeface="Arial"/>
            </a:endParaRPr>
          </a:p>
        </p:txBody>
      </p:sp>
      <p:sp>
        <p:nvSpPr>
          <p:cNvPr id="155" name="ZoneTexte 6"/>
          <p:cNvSpPr/>
          <p:nvPr/>
        </p:nvSpPr>
        <p:spPr>
          <a:xfrm>
            <a:off x="360" y="3858840"/>
            <a:ext cx="12191400" cy="821160"/>
          </a:xfrm>
          <a:prstGeom prst="rect">
            <a:avLst/>
          </a:prstGeom>
          <a:noFill/>
          <a:ln w="0">
            <a:noFill/>
          </a:ln>
        </p:spPr>
        <p:style>
          <a:lnRef idx="0"/>
          <a:fillRef idx="0"/>
          <a:effectRef idx="0"/>
          <a:fontRef idx="minor"/>
        </p:style>
        <p:txBody>
          <a:bodyPr lIns="90000" tIns="45000" rIns="90000" bIns="45000" anchor="t">
            <a:spAutoFit/>
          </a:bodyPr>
          <a:p>
            <a:pPr marL="343080" indent="-343080" algn="just" defTabSz="914400">
              <a:lnSpc>
                <a:spcPct val="100000"/>
              </a:lnSpc>
              <a:buClr>
                <a:srgbClr val="000000"/>
              </a:buClr>
              <a:buFont typeface="Arial"/>
              <a:buChar char="•"/>
            </a:pPr>
            <a:r>
              <a:rPr lang="en-US" sz="2400" b="1" u="none" strike="noStrike">
                <a:solidFill>
                  <a:schemeClr val="dk1"/>
                </a:solidFill>
                <a:effectLst/>
                <a:uFillTx/>
                <a:latin typeface="Avenir Next LT Pro"/>
              </a:rPr>
              <a:t>Choose a dataset to analyze for Research Report 1 and elaborate a research question</a:t>
            </a:r>
            <a:endParaRPr lang="fr-FR" sz="2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timing>
    <p:tnLst>
      <p:par>
        <p:cTn id="269" dur="indefinite" restart="never" nodeType="tmRoot">
          <p:childTnLst>
            <p:seq>
              <p:cTn id="270" dur="indefinite" nodeType="mainSeq">
                <p:childTnLst>
                  <p:par>
                    <p:cTn id="271" fill="hold">
                      <p:stCondLst>
                        <p:cond delay="indefinite"/>
                      </p:stCondLst>
                      <p:childTnLst>
                        <p:par>
                          <p:cTn id="272" fill="hold">
                            <p:stCondLst>
                              <p:cond delay="0"/>
                            </p:stCondLst>
                            <p:childTnLst>
                              <p:par>
                                <p:cTn id="273" presetID="1" presetClass="entr" fill="hold" nodeType="clickEffect">
                                  <p:stCondLst>
                                    <p:cond delay="0"/>
                                  </p:stCondLst>
                                  <p:childTnLst>
                                    <p:set>
                                      <p:cBhvr>
                                        <p:cTn id="274" dur="1" fill="hold">
                                          <p:stCondLst>
                                            <p:cond delay="0"/>
                                          </p:stCondLst>
                                        </p:cTn>
                                        <p:tgtEl>
                                          <p:spTgt spid="152"/>
                                        </p:tgtEl>
                                        <p:attrNameLst>
                                          <p:attrName>style.visibility</p:attrName>
                                        </p:attrNameLst>
                                      </p:cBhvr>
                                      <p:to>
                                        <p:strVal val="visible"/>
                                      </p:to>
                                    </p:set>
                                  </p:childTnLst>
                                </p:cTn>
                              </p:par>
                            </p:childTnLst>
                          </p:cTn>
                        </p:par>
                      </p:childTnLst>
                    </p:cTn>
                  </p:par>
                  <p:par>
                    <p:cTn id="275" fill="hold">
                      <p:stCondLst>
                        <p:cond delay="indefinite"/>
                      </p:stCondLst>
                      <p:childTnLst>
                        <p:par>
                          <p:cTn id="276" fill="hold">
                            <p:stCondLst>
                              <p:cond delay="0"/>
                            </p:stCondLst>
                            <p:childTnLst>
                              <p:par>
                                <p:cTn id="277" presetID="1" presetClass="entr" fill="hold" nodeType="clickEffect">
                                  <p:stCondLst>
                                    <p:cond delay="0"/>
                                  </p:stCondLst>
                                  <p:childTnLst>
                                    <p:set>
                                      <p:cBhvr>
                                        <p:cTn id="278" dur="1" fill="hold">
                                          <p:stCondLst>
                                            <p:cond delay="0"/>
                                          </p:stCondLst>
                                        </p:cTn>
                                        <p:tgtEl>
                                          <p:spTgt spid="153"/>
                                        </p:tgtEl>
                                        <p:attrNameLst>
                                          <p:attrName>style.visibility</p:attrName>
                                        </p:attrNameLst>
                                      </p:cBhvr>
                                      <p:to>
                                        <p:strVal val="visible"/>
                                      </p:to>
                                    </p:set>
                                  </p:childTnLst>
                                </p:cTn>
                              </p:par>
                            </p:childTnLst>
                          </p:cTn>
                        </p:par>
                      </p:childTnLst>
                    </p:cTn>
                  </p:par>
                  <p:par>
                    <p:cTn id="279" fill="hold">
                      <p:stCondLst>
                        <p:cond delay="indefinite"/>
                      </p:stCondLst>
                      <p:childTnLst>
                        <p:par>
                          <p:cTn id="280" fill="hold">
                            <p:stCondLst>
                              <p:cond delay="0"/>
                            </p:stCondLst>
                            <p:childTnLst>
                              <p:par>
                                <p:cTn id="281" presetID="1" presetClass="entr" fill="hold" nodeType="clickEffect">
                                  <p:stCondLst>
                                    <p:cond delay="0"/>
                                  </p:stCondLst>
                                  <p:childTnLst>
                                    <p:set>
                                      <p:cBhvr>
                                        <p:cTn id="282" dur="1" fill="hold">
                                          <p:stCondLst>
                                            <p:cond delay="0"/>
                                          </p:stCondLst>
                                        </p:cTn>
                                        <p:tgtEl>
                                          <p:spTgt spid="154"/>
                                        </p:tgtEl>
                                        <p:attrNameLst>
                                          <p:attrName>style.visibility</p:attrName>
                                        </p:attrNameLst>
                                      </p:cBhvr>
                                      <p:to>
                                        <p:strVal val="visible"/>
                                      </p:to>
                                    </p:set>
                                  </p:childTnLst>
                                </p:cTn>
                              </p:par>
                            </p:childTnLst>
                          </p:cTn>
                        </p:par>
                      </p:childTnLst>
                    </p:cTn>
                  </p:par>
                  <p:par>
                    <p:cTn id="283" fill="hold">
                      <p:stCondLst>
                        <p:cond delay="indefinite"/>
                      </p:stCondLst>
                      <p:childTnLst>
                        <p:par>
                          <p:cTn id="284" fill="hold">
                            <p:stCondLst>
                              <p:cond delay="0"/>
                            </p:stCondLst>
                            <p:childTnLst>
                              <p:par>
                                <p:cTn id="285" presetID="1" presetClass="entr" fill="hold" nodeType="clickEffect">
                                  <p:stCondLst>
                                    <p:cond delay="0"/>
                                  </p:stCondLst>
                                  <p:childTnLst>
                                    <p:set>
                                      <p:cBhvr>
                                        <p:cTn id="286" dur="1" fill="hold">
                                          <p:stCondLst>
                                            <p:cond delay="0"/>
                                          </p:stCondLst>
                                        </p:cTn>
                                        <p:tgtEl>
                                          <p:spTgt spid="15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theme/theme1.xml><?xml version="1.0" encoding="utf-8"?>
<a:theme xmlns:a="http://schemas.openxmlformats.org/drawingml/2006/main" xmlns:r="http://schemas.openxmlformats.org/officeDocument/2006/relationships" name="Thème Offic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Personnalisé 3">
      <a:majorFont>
        <a:latin typeface="Avenir Next LT Pro" pitchFamily="0" charset="1"/>
        <a:ea typeface=""/>
        <a:cs typeface=""/>
      </a:majorFont>
      <a:minorFont>
        <a:latin typeface="Avenir Next LT Pro"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12.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934</TotalTime>
  <Application>LibreOffice/26.2.5.2$Windows_X86_64 LibreOffice_project/cd7284b4cbbfeb507e630c1aac019f4157393acb</Application>
  <AppVersion>15.0000</AppVersion>
  <Words>972</Words>
  <Paragraphs>82</Paragraphs>
  <Company>MOHAMMED VI POLYTECHNIC UNIVERSITY</Company>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2026-01-05T09:03:39Z</dcterms:created>
  <dc:creator>Amine SIJILMASSI</dc:creator>
  <dc:description/>
  <dc:language>fr-FR</dc:language>
  <cp:lastModifiedBy/>
  <dcterms:modified xsi:type="dcterms:W3CDTF">2026-08-31T07:16:56Z</dcterms:modified>
  <cp:revision>6</cp:revision>
  <dc:subject/>
  <dc:title>Présentation PowerPoint</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otes">
    <vt:i4>3</vt:i4>
  </property>
  <property fmtid="{D5CDD505-2E9C-101B-9397-08002B2CF9AE}" pid="3" name="PresentationFormat">
    <vt:lpwstr>Grand écran</vt:lpwstr>
  </property>
  <property fmtid="{D5CDD505-2E9C-101B-9397-08002B2CF9AE}" pid="4" name="Slides">
    <vt:i4>18</vt:i4>
  </property>
</Properties>
</file>